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86c0ea50fb41e0" /><Relationship Type="http://schemas.openxmlformats.org/officeDocument/2006/relationships/extended-properties" Target="/docProps/app.xml" Id="Rd83615da402e4b11" /><Relationship Type="http://schemas.openxmlformats.org/officeDocument/2006/relationships/officeDocument" Target="/ppt/presentation.xml" Id="Rcf2d3859e4be4f75" /></Relationships>
</file>

<file path=ppt/presentation.xml><?xml version="1.0" encoding="utf-8"?>
<p:presentation xmlns:p="http://schemas.openxmlformats.org/presentationml/2006/main">
  <p:sldMasterIdLst>
    <p:sldMasterId xmlns:r="http://schemas.openxmlformats.org/officeDocument/2006/relationships" id="2147483648" r:id="Rec0657c3960e408b"/>
  </p:sldMasterIdLst>
  <p:notesMasterIdLst>
    <p:notesMasterId xmlns:r="http://schemas.openxmlformats.org/officeDocument/2006/relationships" r:id="R777fd1ddd37f4160"/>
  </p:notesMasterIdLst>
  <p:sldIdLst>
    <p:sldId xmlns:r="http://schemas.openxmlformats.org/officeDocument/2006/relationships" id="256" r:id="R77b1d7811e6b4b87"/>
    <p:sldId xmlns:r="http://schemas.openxmlformats.org/officeDocument/2006/relationships" id="257" r:id="Rccccd74755f64d61"/>
    <p:sldId xmlns:r="http://schemas.openxmlformats.org/officeDocument/2006/relationships" id="258" r:id="R1fa76d899adf410f"/>
    <p:sldId xmlns:r="http://schemas.openxmlformats.org/officeDocument/2006/relationships" id="259" r:id="Rd50aa1bf32824bf5"/>
    <p:sldId xmlns:r="http://schemas.openxmlformats.org/officeDocument/2006/relationships" id="260" r:id="R1698818f25584ba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859ffab43a4db9" /><Relationship Type="http://schemas.openxmlformats.org/officeDocument/2006/relationships/slideMaster" Target="/ppt/slideMasters/slideMaster1.xml" Id="Rec0657c3960e408b" /><Relationship Type="http://schemas.openxmlformats.org/officeDocument/2006/relationships/notesMaster" Target="/ppt/notesMasters/notesMaster1.xml" Id="R777fd1ddd37f4160" /><Relationship Type="http://schemas.openxmlformats.org/officeDocument/2006/relationships/presProps" Target="/ppt/presProps.xml" Id="Rf5381537378140cc" /><Relationship Type="http://schemas.openxmlformats.org/officeDocument/2006/relationships/tableStyles" Target="/ppt/tableStyles.xml" Id="R6a04efe8177a4b2f" /><Relationship Type="http://schemas.openxmlformats.org/officeDocument/2006/relationships/slide" Target="/ppt/slides/slide1.xml" Id="R77b1d7811e6b4b87" /><Relationship Type="http://schemas.openxmlformats.org/officeDocument/2006/relationships/slide" Target="/ppt/slides/slide2.xml" Id="Rccccd74755f64d61" /><Relationship Type="http://schemas.openxmlformats.org/officeDocument/2006/relationships/slide" Target="/ppt/slides/slide3.xml" Id="R1fa76d899adf410f" /><Relationship Type="http://schemas.openxmlformats.org/officeDocument/2006/relationships/slide" Target="/ppt/slides/slide4.xml" Id="Rd50aa1bf32824bf5" /><Relationship Type="http://schemas.openxmlformats.org/officeDocument/2006/relationships/slide" Target="/ppt/slides/slide5.xml" Id="R1698818f25584b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f233ce83c048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a556ce1d2c4d81" /><Relationship Type="http://schemas.openxmlformats.org/officeDocument/2006/relationships/notesMaster" Target="/ppt/notesMasters/notesMaster1.xml" Id="Re4728498f9cd40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92719754cb4ae9" /><Relationship Type="http://schemas.openxmlformats.org/officeDocument/2006/relationships/notesMaster" Target="/ppt/notesMasters/notesMaster1.xml" Id="R6e6b13b72c8d4b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d16370bdaed488b" /><Relationship Type="http://schemas.openxmlformats.org/officeDocument/2006/relationships/notesMaster" Target="/ppt/notesMasters/notesMaster1.xml" Id="Ra24506d2c32248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3d091b09f542e1" /><Relationship Type="http://schemas.openxmlformats.org/officeDocument/2006/relationships/notesMaster" Target="/ppt/notesMasters/notesMaster1.xml" Id="R1c8ab2e38a494e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8021c668a84c0b" /><Relationship Type="http://schemas.openxmlformats.org/officeDocument/2006/relationships/notesMaster" Target="/ppt/notesMasters/notesMaster1.xml" Id="Ree71168abb8543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[0:00–0:25]</a:t>
            </a:r>
          </a:p>
          <a:p xmlns:a="http://schemas.openxmlformats.org/drawingml/2006/main">
            <a:r>
              <a:t>안녕하세요. 제가 만든 게임은 ‘Rewind Tower: 되감는 시계탑’입니다. 플레이어가 시계탑을 탐험하면서 지나온 발자국을 역순으로 되감고, 그 사이 바뀐 세계를 이용해 출구를 찾는 웹 퍼즐 게임입니다. Codex로 개발했고 GitHub에서 소스를 관리해 Vercel에 배포했습니다.</a:t>
            </a:r>
          </a:p>
          <a:p xmlns:a="http://schemas.openxmlformats.org/drawingml/2006/main">
            <a:r>
              <a:t/>
            </a:r>
          </a:p>
          <a:p xmlns:a="http://schemas.openxmlformats.org/drawingml/2006/main">
            <a:r>
              <a:t>출처: C:\RT\docs\game-plan.md, https://rewind-tower.vercel.app/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[0:25–1:00]</a:t>
            </a:r>
          </a:p>
          <a:p xmlns:a="http://schemas.openxmlformats.org/drawingml/2006/main">
            <a:r>
              <a:t>플레이는 방향키나 WASD, 모바일에서는 화면 버튼으로 한 칸씩 이동합니다. 각 층에 흩어진 시간 톱니를 모두 모으면 출구가 열리고, 출구에 들어가면 다음 층으로 올라갑니다. 시간 균열에 들어가면 실패합니다. 톱니를 모으면 점수가 오르고 이동과 되감기에는 점수가 조금씩 줄어들기 때문에, 안전하면서도 짧은 경로를 찾는 것이 목표입니다. 현재는 서로 다른 구조의 10개 스테이지가 순서대로 열립니다.</a:t>
            </a:r>
          </a:p>
          <a:p xmlns:a="http://schemas.openxmlformats.org/drawingml/2006/main">
            <a:r>
              <a:t/>
            </a:r>
          </a:p>
          <a:p xmlns:a="http://schemas.openxmlformats.org/drawingml/2006/main">
            <a:r>
              <a:t>출처: C:\RT\docs\game-plan.md §2·§3·§4, C:\RT\tests\artifacts\04-game-desktop.png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[1:00–1:45]</a:t>
            </a:r>
          </a:p>
          <a:p xmlns:a="http://schemas.openxmlformats.org/drawingml/2006/main">
            <a:r>
              <a:t>가장 보여드리고 싶은 기능은 경로 되감기입니다. 모래시계를 얻으면 그 위치가 기준점이 되고, 이후에 실제로 이동한 칸을 모두 순서대로 기록합니다. R키를 누르면 순간 이동하지 않고 방금 밟은 칸부터 하나씩 역순으로 돌아갑니다. 같은 칸을 여러 번 지나거나 돌아서 간 경로도 그대로 재생됩니다. 하지만 수집한 톱니, 열린 문, 무너진 발판은 원래대로 돌아가지 않습니다. 그래서 무너지는 다리를 건너 아이템을 얻은 뒤, 발자국만 되감아 붕괴한 다리를 통과해 돌아오는 퍼즐이 가능합니다.</a:t>
            </a:r>
          </a:p>
          <a:p xmlns:a="http://schemas.openxmlformats.org/drawingml/2006/main">
            <a:r>
              <a:t/>
            </a:r>
          </a:p>
          <a:p xmlns:a="http://schemas.openxmlformats.org/drawingml/2006/main">
            <a:r>
              <a:t>시연 권장: 3층에서 모래시계 획득 → 다리 건너 톱니 수집 → R키.</a:t>
            </a:r>
          </a:p>
          <a:p xmlns:a="http://schemas.openxmlformats.org/drawingml/2006/main">
            <a:r>
              <a:t>출처: C:\RT\docs\game-plan.md §2, C:\RT\tests\artifacts\floor-3-desktop.png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[1:45–2:25]</a:t>
            </a:r>
          </a:p>
          <a:p xmlns:a="http://schemas.openxmlformats.org/drawingml/2006/main">
            <a:r>
              <a:t>제작 과정에서는 ChatGPT로 게임 기획과 설계를 문서화하고, Codex로 구현과 반복 수정을 진행했습니다. 이미지 16개와 배경음 7개, 효과음 22개를 실제 게임에 연결했고, 규칙과 배포 검사를 포함한 자동 테스트 25개를 통과했습니다. 대표 오류는 Vercel이 public 출력 폴더를 찾지 못해 배포가 실패한 문제였습니다. 오류 메시지와 빌드 결과를 AI에 전달해 실제 출력 폴더가 dist라는 점을 확인했고, vercel.json을 수정해 정상 배포했습니다.</a:t>
            </a:r>
          </a:p>
          <a:p xmlns:a="http://schemas.openxmlformats.org/drawingml/2006/main">
            <a:r>
              <a:t/>
            </a:r>
          </a:p>
          <a:p xmlns:a="http://schemas.openxmlformats.org/drawingml/2006/main">
            <a:r>
              <a:t>출처: C:\RT\docs\game-plan.md §8·§9, C:\RT\vercel.json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[2:25–3:00]</a:t>
            </a:r>
          </a:p>
          <a:p xmlns:a="http://schemas.openxmlformats.org/drawingml/2006/main">
            <a:r>
              <a:t>게임은 현재 Vercel 주소에서 바로 플레이할 수 있고, GitHub 저장소에는 소스코드와 기획서, 설계서가 함께 올라가 있습니다. 앞으로 가장 먼저 추가하고 싶은 기능은 시간 스위치와 움직이는 다리입니다. 스위치를 밟아 지형을 바꾼 뒤 발자국을 되감아 돌아오고, 새로 열린 길을 이용하게 하면 이동 구간의 반복을 줄이면서 핵심 규칙도 더 적극적으로 활용할 수 있습니다. 이상으로 발표를 마치겠습니다. 감사합니다.</a:t>
            </a:r>
          </a:p>
          <a:p xmlns:a="http://schemas.openxmlformats.org/drawingml/2006/main">
            <a:r>
              <a:t/>
            </a:r>
          </a:p>
          <a:p xmlns:a="http://schemas.openxmlformats.org/drawingml/2006/main">
            <a:r>
              <a:t>출처: C:\RT\docs\game-plan.md §10, https://rewind-tower.vercel.app/, https://github.com/sonyeowoon/Rewind-Tower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2d758b6c8745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522a7dd8e64276" /><Relationship Type="http://schemas.openxmlformats.org/officeDocument/2006/relationships/slideLayout" Target="/ppt/slideLayouts/slideLayout1.xml" Id="R4ec6300b66bc4e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c6300b66bc4e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1e9a8ef70b4c9f" /><Relationship Type="http://schemas.openxmlformats.org/officeDocument/2006/relationships/image" Target="/ppt/media/image.png" Id="R0406feb7af884af2" /><Relationship Type="http://schemas.openxmlformats.org/officeDocument/2006/relationships/notesSlide" Target="/ppt/notesSlides/notesSlide1.xml" Id="R8d0400e3ab574d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69b5ea0c1e473f" /><Relationship Type="http://schemas.openxmlformats.org/officeDocument/2006/relationships/image" Target="/ppt/media/image2.png" Id="R9342651078c74090" /><Relationship Type="http://schemas.openxmlformats.org/officeDocument/2006/relationships/notesSlide" Target="/ppt/notesSlides/notesSlide2.xml" Id="R613d57ffed3148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fbc86fd34894b67" /><Relationship Type="http://schemas.openxmlformats.org/officeDocument/2006/relationships/image" Target="/ppt/media/image3.png" Id="R2b207a334bae45c0" /><Relationship Type="http://schemas.openxmlformats.org/officeDocument/2006/relationships/notesSlide" Target="/ppt/notesSlides/notesSlide3.xml" Id="R19ec17d40b2240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3c95ba665aa45ff" /><Relationship Type="http://schemas.openxmlformats.org/officeDocument/2006/relationships/image" Target="/ppt/media/image4.png" Id="Rb597641cad45405c" /><Relationship Type="http://schemas.openxmlformats.org/officeDocument/2006/relationships/image" Target="/ppt/media/image5.png" Id="R2b622edf58c34765" /><Relationship Type="http://schemas.openxmlformats.org/officeDocument/2006/relationships/notesSlide" Target="/ppt/notesSlides/notesSlide4.xml" Id="R303b8f3205944f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062938d63e143f2" /><Relationship Type="http://schemas.openxmlformats.org/officeDocument/2006/relationships/image" Target="/ppt/media/image6.png" Id="Rc88b68c926bd4414" /><Relationship Type="http://schemas.openxmlformats.org/officeDocument/2006/relationships/notesSlide" Target="/ppt/notesSlides/notesSlide5.xml" Id="R028b227890534bd5" /></Relationships>
</file>

<file path=ppt/slides/slide1.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406feb7af884af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3995A5-7AE4-4C36-AD39-773C093D5E6F}"/>
              </a:ext>
            </a:extLst>
          </p:cNvPr>
          <p:cNvSpPr>
            <a:spLocks xmlns:a="http://schemas.openxmlformats.org/drawingml/2006/main" noGrp="1"/>
          </p:cNvSpPr>
          <p:nvPr/>
        </p:nvSpPr>
        <p:spPr>
          <a:xfrm xmlns:a="http://schemas.openxmlformats.org/drawingml/2006/main">
            <a:off x="0" y="0"/>
            <a:ext cx="657225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58A7ADB-CCED-4A55-9E97-2B06AC8227B8}"/>
              </a:ext>
            </a:extLst>
          </p:cNvPr>
          <p:cNvSpPr>
            <a:spLocks xmlns:a="http://schemas.openxmlformats.org/drawingml/2006/main" noGrp="1"/>
          </p:cNvSpPr>
          <p:nvPr/>
        </p:nvSpPr>
        <p:spPr>
          <a:xfrm xmlns:a="http://schemas.openxmlformats.org/drawingml/2006/main">
            <a:off x="685800" y="742950"/>
            <a:ext cx="4572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바이브코딩 웹 게임 결과 발표</a:t>
            </a:r>
          </a:p>
        </p:txBody>
      </p:sp>
      <p:sp>
        <p:nvSpPr>
          <p:cNvPr id="4" name="">
            <a:extLst xmlns:a="http://schemas.openxmlformats.org/drawingml/2006/main">
              <a:ext uri="{FF2B5EF4-FFF2-40B4-BE49-F238E27FC236}">
                <a16:creationId xmlns:a16="http://schemas.microsoft.com/office/drawing/2014/main" id="{F026F386-7B13-4EC6-9F34-1B218156F277}"/>
              </a:ext>
            </a:extLst>
          </p:cNvPr>
          <p:cNvSpPr>
            <a:spLocks xmlns:a="http://schemas.openxmlformats.org/drawingml/2006/main" noGrp="1"/>
          </p:cNvSpPr>
          <p:nvPr/>
        </p:nvSpPr>
        <p:spPr>
          <a:xfrm xmlns:a="http://schemas.openxmlformats.org/drawingml/2006/main">
            <a:off x="685800" y="1200150"/>
            <a:ext cx="5334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REWIND</a:t>
            </a:r>
          </a:p>
          <a:p xmlns:a="http://schemas.openxmlformats.org/drawingml/2006/main">
            <a:pPr algn="l">
              <a:defRPr sz="4350" b="1">
                <a:solidFill>
                  <a:srgbClr val="F5F1E8"/>
                </a:solidFill>
                <a:latin typeface="Noto Sans KR"/>
                <a:ea typeface="Noto Sans KR"/>
                <a:cs typeface="Noto Sans KR"/>
              </a:defRPr>
            </a:pPr>
            <a:r>
              <a:rPr sz="4350" b="1">
                <a:solidFill>
                  <a:srgbClr val="F5F1E8"/>
                </a:solidFill>
                <a:latin typeface="Noto Sans KR"/>
                <a:ea typeface="Noto Sans KR"/>
                <a:cs typeface="Noto Sans KR"/>
              </a:rPr>
              <a:t>TOWER</a:t>
            </a:r>
          </a:p>
        </p:txBody>
      </p:sp>
      <p:sp>
        <p:nvSpPr>
          <p:cNvPr id="5" name="">
            <a:extLst xmlns:a="http://schemas.openxmlformats.org/drawingml/2006/main">
              <a:ext uri="{FF2B5EF4-FFF2-40B4-BE49-F238E27FC236}">
                <a16:creationId xmlns:a16="http://schemas.microsoft.com/office/drawing/2014/main" id="{AA76F1C9-BC56-4465-B6AF-0E61551F7178}"/>
              </a:ext>
            </a:extLst>
          </p:cNvPr>
          <p:cNvSpPr>
            <a:spLocks xmlns:a="http://schemas.openxmlformats.org/drawingml/2006/main" noGrp="1"/>
          </p:cNvSpPr>
          <p:nvPr/>
        </p:nvSpPr>
        <p:spPr>
          <a:xfrm xmlns:a="http://schemas.openxmlformats.org/drawingml/2006/main">
            <a:off x="704850" y="2952750"/>
            <a:ext cx="781050" cy="3810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ABC8704-0976-42E5-86DB-B5ED013B9ADC}"/>
              </a:ext>
            </a:extLst>
          </p:cNvPr>
          <p:cNvSpPr>
            <a:spLocks xmlns:a="http://schemas.openxmlformats.org/drawingml/2006/main" noGrp="1"/>
          </p:cNvSpPr>
          <p:nvPr/>
        </p:nvSpPr>
        <p:spPr>
          <a:xfrm xmlns:a="http://schemas.openxmlformats.org/drawingml/2006/main">
            <a:off x="685800" y="3276600"/>
            <a:ext cx="5219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지나온 길을 역순으로 되감고,</a:t>
            </a:r>
          </a:p>
          <a:p xmlns:a="http://schemas.openxmlformats.org/drawingml/2006/main">
            <a:pPr algn="l">
              <a:defRPr sz="1875" b="0">
                <a:solidFill>
                  <a:srgbClr val="F5F1E8"/>
                </a:solidFill>
                <a:latin typeface="Noto Sans KR"/>
                <a:ea typeface="Noto Sans KR"/>
                <a:cs typeface="Noto Sans KR"/>
              </a:defRPr>
            </a:pPr>
            <a:r>
              <a:rPr sz="1875" b="0">
                <a:solidFill>
                  <a:srgbClr val="F5F1E8"/>
                </a:solidFill>
                <a:latin typeface="Noto Sans KR"/>
                <a:ea typeface="Noto Sans KR"/>
                <a:cs typeface="Noto Sans KR"/>
              </a:rPr>
              <a:t>바뀐 세계를 이용해 탈출하는 퍼즐</a:t>
            </a:r>
          </a:p>
        </p:txBody>
      </p:sp>
      <p:sp>
        <p:nvSpPr>
          <p:cNvPr id="7" name="">
            <a:extLst xmlns:a="http://schemas.openxmlformats.org/drawingml/2006/main">
              <a:ext uri="{FF2B5EF4-FFF2-40B4-BE49-F238E27FC236}">
                <a16:creationId xmlns:a16="http://schemas.microsoft.com/office/drawing/2014/main" id="{D8CADFB9-0D9B-40E5-B65F-B7AB80C9169A}"/>
              </a:ext>
            </a:extLst>
          </p:cNvPr>
          <p:cNvSpPr>
            <a:spLocks xmlns:a="http://schemas.openxmlformats.org/drawingml/2006/main" noGrp="1"/>
          </p:cNvSpPr>
          <p:nvPr/>
        </p:nvSpPr>
        <p:spPr>
          <a:xfrm xmlns:a="http://schemas.openxmlformats.org/drawingml/2006/main">
            <a:off x="685800" y="46672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444"/>
          </a:bodyPr>
          <a:lstStyle xmlns:a="http://schemas.openxmlformats.org/drawingml/2006/main"/>
          <a:p xmlns:a="http://schemas.openxmlformats.org/drawingml/2006/main">
            <a:pPr algn="l">
              <a:defRPr sz="1350" b="1">
                <a:solidFill>
                  <a:srgbClr val="D8B35E"/>
                </a:solidFill>
                <a:latin typeface="Noto Sans KR"/>
                <a:ea typeface="Noto Sans KR"/>
                <a:cs typeface="Noto Sans KR"/>
              </a:defRPr>
            </a:pPr>
            <a:r>
              <a:rPr sz="1350" b="1">
                <a:solidFill>
                  <a:srgbClr val="D8B35E"/>
                </a:solidFill>
                <a:latin typeface="Noto Sans KR"/>
                <a:ea typeface="Noto Sans KR"/>
                <a:cs typeface="Noto Sans KR"/>
              </a:rPr>
              <a:t>서상희</a:t>
            </a:r>
          </a:p>
        </p:txBody>
      </p:sp>
      <p:sp>
        <p:nvSpPr>
          <p:cNvPr id="8" name="">
            <a:extLst xmlns:a="http://schemas.openxmlformats.org/drawingml/2006/main">
              <a:ext uri="{FF2B5EF4-FFF2-40B4-BE49-F238E27FC236}">
                <a16:creationId xmlns:a16="http://schemas.microsoft.com/office/drawing/2014/main" id="{9030FDF8-BFA0-4F71-A0DB-D046C2CDBD71}"/>
              </a:ext>
            </a:extLst>
          </p:cNvPr>
          <p:cNvSpPr>
            <a:spLocks xmlns:a="http://schemas.openxmlformats.org/drawingml/2006/main" noGrp="1"/>
          </p:cNvSpPr>
          <p:nvPr/>
        </p:nvSpPr>
        <p:spPr>
          <a:xfrm xmlns:a="http://schemas.openxmlformats.org/drawingml/2006/main">
            <a:off x="685800" y="51054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7619"/>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Codex 개발  ·  GitHub 소스 관리  ·  Vercel 배포</a:t>
            </a:r>
          </a:p>
        </p:txBody>
      </p:sp>
      <p:sp>
        <p:nvSpPr>
          <p:cNvPr id="9" name="">
            <a:extLst xmlns:a="http://schemas.openxmlformats.org/drawingml/2006/main">
              <a:ext uri="{FF2B5EF4-FFF2-40B4-BE49-F238E27FC236}">
                <a16:creationId xmlns:a16="http://schemas.microsoft.com/office/drawing/2014/main" id="{B342CFAC-F58C-4EE8-BCD4-6886FB6F7830}"/>
              </a:ext>
            </a:extLst>
          </p:cNvPr>
          <p:cNvSpPr>
            <a:spLocks xmlns:a="http://schemas.openxmlformats.org/drawingml/2006/main" noGrp="1"/>
          </p:cNvSpPr>
          <p:nvPr/>
        </p:nvSpPr>
        <p:spPr>
          <a:xfrm xmlns:a="http://schemas.openxmlformats.org/drawingml/2006/main">
            <a:off x="685800" y="5829300"/>
            <a:ext cx="4572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625"/>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rewind-tower.vercel.app</a:t>
            </a:r>
          </a:p>
        </p:txBody>
      </p:sp>
    </p:spTree>
    <p:extLst>
      <p:ext uri="{BB962C8B-B14F-4D97-AF65-F5344CB8AC3E}">
        <p14:creationId xmlns:p14="http://schemas.microsoft.com/office/powerpoint/2010/main" val="2038102773"/>
      </p:ext>
    </p:extLst>
  </p:cSld>
</p:sld>
</file>

<file path=ppt/slides/slide2.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232CC62-DBE7-403C-AE04-4EF592291274}"/>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플레이 방법</a:t>
            </a:r>
          </a:p>
        </p:txBody>
      </p:sp>
      <p:sp>
        <p:nvSpPr>
          <p:cNvPr id="2" name="">
            <a:extLst xmlns:a="http://schemas.openxmlformats.org/drawingml/2006/main">
              <a:ext uri="{FF2B5EF4-FFF2-40B4-BE49-F238E27FC236}">
                <a16:creationId xmlns:a16="http://schemas.microsoft.com/office/drawing/2014/main" id="{345E5B16-01B0-4CCE-A9B1-1C162F099412}"/>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톱니를 모아 출구를 열고 시계탑을 오릅니다</a:t>
            </a:r>
          </a:p>
        </p:txBody>
      </p:sp>
      <p:sp>
        <p:nvSpPr>
          <p:cNvPr id="3" name="">
            <a:extLst xmlns:a="http://schemas.openxmlformats.org/drawingml/2006/main">
              <a:ext uri="{FF2B5EF4-FFF2-40B4-BE49-F238E27FC236}">
                <a16:creationId xmlns:a16="http://schemas.microsoft.com/office/drawing/2014/main" id="{5489E8B5-CE62-4445-87CA-B267D5D9CD5D}"/>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9342651078c74090"/>
          <a:srcRect xmlns:a="http://schemas.openxmlformats.org/drawingml/2006/main" l="0" t="4516" r="0" b="4516"/>
          <a:stretch xmlns:a="http://schemas.openxmlformats.org/drawingml/2006/main">
            <a:fillRect l="0" t="0" r="0" b="0"/>
          </a:stretch>
        </p:blipFill>
        <p:spPr>
          <a:xfrm xmlns:a="http://schemas.openxmlformats.org/drawingml/2006/main">
            <a:off x="5124450" y="1466850"/>
            <a:ext cx="645795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1D49C5E-D156-4993-BFEE-79C2A3C4DF70}"/>
              </a:ext>
            </a:extLst>
          </p:cNvPr>
          <p:cNvSpPr>
            <a:spLocks xmlns:a="http://schemas.openxmlformats.org/drawingml/2006/main" noGrp="1"/>
          </p:cNvSpPr>
          <p:nvPr/>
        </p:nvSpPr>
        <p:spPr>
          <a:xfrm xmlns:a="http://schemas.openxmlformats.org/drawingml/2006/main">
            <a:off x="685800" y="1657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MOVE</a:t>
            </a:r>
          </a:p>
        </p:txBody>
      </p:sp>
      <p:sp>
        <p:nvSpPr>
          <p:cNvPr id="6" name="">
            <a:extLst xmlns:a="http://schemas.openxmlformats.org/drawingml/2006/main">
              <a:ext uri="{FF2B5EF4-FFF2-40B4-BE49-F238E27FC236}">
                <a16:creationId xmlns:a16="http://schemas.microsoft.com/office/drawing/2014/main" id="{18E820B4-ABB2-4D62-AC0E-8CB0DB1350C4}"/>
              </a:ext>
            </a:extLst>
          </p:cNvPr>
          <p:cNvSpPr>
            <a:spLocks xmlns:a="http://schemas.openxmlformats.org/drawingml/2006/main" noGrp="1"/>
          </p:cNvSpPr>
          <p:nvPr/>
        </p:nvSpPr>
        <p:spPr>
          <a:xfrm xmlns:a="http://schemas.openxmlformats.org/drawingml/2006/main">
            <a:off x="685800" y="1924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방향키 · WASD · 화면 버튼</a:t>
            </a:r>
          </a:p>
        </p:txBody>
      </p:sp>
      <p:sp>
        <p:nvSpPr>
          <p:cNvPr id="7" name="">
            <a:extLst xmlns:a="http://schemas.openxmlformats.org/drawingml/2006/main">
              <a:ext uri="{FF2B5EF4-FFF2-40B4-BE49-F238E27FC236}">
                <a16:creationId xmlns:a16="http://schemas.microsoft.com/office/drawing/2014/main" id="{D3696F73-6BDD-4D21-8C98-D80474A99B7E}"/>
              </a:ext>
            </a:extLst>
          </p:cNvPr>
          <p:cNvSpPr>
            <a:spLocks xmlns:a="http://schemas.openxmlformats.org/drawingml/2006/main" noGrp="1"/>
          </p:cNvSpPr>
          <p:nvPr/>
        </p:nvSpPr>
        <p:spPr>
          <a:xfrm xmlns:a="http://schemas.openxmlformats.org/drawingml/2006/main">
            <a:off x="685800" y="24384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114FBCC-57C1-4E8B-9510-DD3DEFCD10D4}"/>
              </a:ext>
            </a:extLst>
          </p:cNvPr>
          <p:cNvSpPr>
            <a:spLocks xmlns:a="http://schemas.openxmlformats.org/drawingml/2006/main" noGrp="1"/>
          </p:cNvSpPr>
          <p:nvPr/>
        </p:nvSpPr>
        <p:spPr>
          <a:xfrm xmlns:a="http://schemas.openxmlformats.org/drawingml/2006/main">
            <a:off x="685800" y="26098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GOAL</a:t>
            </a:r>
          </a:p>
        </p:txBody>
      </p:sp>
      <p:sp>
        <p:nvSpPr>
          <p:cNvPr id="9" name="">
            <a:extLst xmlns:a="http://schemas.openxmlformats.org/drawingml/2006/main">
              <a:ext uri="{FF2B5EF4-FFF2-40B4-BE49-F238E27FC236}">
                <a16:creationId xmlns:a16="http://schemas.microsoft.com/office/drawing/2014/main" id="{D961663B-5056-4248-BD1A-56FA881E87F6}"/>
              </a:ext>
            </a:extLst>
          </p:cNvPr>
          <p:cNvSpPr>
            <a:spLocks xmlns:a="http://schemas.openxmlformats.org/drawingml/2006/main" noGrp="1"/>
          </p:cNvSpPr>
          <p:nvPr/>
        </p:nvSpPr>
        <p:spPr>
          <a:xfrm xmlns:a="http://schemas.openxmlformats.org/drawingml/2006/main">
            <a:off x="685800" y="28765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시간 톱니를 모두 모으면 출구 개방</a:t>
            </a:r>
          </a:p>
        </p:txBody>
      </p:sp>
      <p:sp>
        <p:nvSpPr>
          <p:cNvPr id="10" name="">
            <a:extLst xmlns:a="http://schemas.openxmlformats.org/drawingml/2006/main">
              <a:ext uri="{FF2B5EF4-FFF2-40B4-BE49-F238E27FC236}">
                <a16:creationId xmlns:a16="http://schemas.microsoft.com/office/drawing/2014/main" id="{AE6FDA90-0ABE-4C1C-9836-99258677A598}"/>
              </a:ext>
            </a:extLst>
          </p:cNvPr>
          <p:cNvSpPr>
            <a:spLocks xmlns:a="http://schemas.openxmlformats.org/drawingml/2006/main" noGrp="1"/>
          </p:cNvSpPr>
          <p:nvPr/>
        </p:nvSpPr>
        <p:spPr>
          <a:xfrm xmlns:a="http://schemas.openxmlformats.org/drawingml/2006/main">
            <a:off x="685800" y="3390900"/>
            <a:ext cx="3867150" cy="9525"/>
          </a:xfrm>
          <a:prstGeom xmlns:a="http://schemas.openxmlformats.org/drawingml/2006/main" prst="rect">
            <a:avLst/>
          </a:prstGeom>
          <a:solidFill xmlns:a="http://schemas.openxmlformats.org/drawingml/2006/main">
            <a:srgbClr val="2C405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5ECCDBC-95A7-4EF0-93A1-993898CD3460}"/>
              </a:ext>
            </a:extLst>
          </p:cNvPr>
          <p:cNvSpPr>
            <a:spLocks xmlns:a="http://schemas.openxmlformats.org/drawingml/2006/main" noGrp="1"/>
          </p:cNvSpPr>
          <p:nvPr/>
        </p:nvSpPr>
        <p:spPr>
          <a:xfrm xmlns:a="http://schemas.openxmlformats.org/drawingml/2006/main">
            <a:off x="685800" y="3562350"/>
            <a:ext cx="95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78DCE8"/>
                </a:solidFill>
                <a:latin typeface="Noto Sans KR"/>
                <a:ea typeface="Noto Sans KR"/>
                <a:cs typeface="Noto Sans KR"/>
              </a:defRPr>
            </a:pPr>
            <a:r>
              <a:rPr sz="900" b="1">
                <a:solidFill>
                  <a:srgbClr val="78DCE8"/>
                </a:solidFill>
                <a:latin typeface="Noto Sans KR"/>
                <a:ea typeface="Noto Sans KR"/>
                <a:cs typeface="Noto Sans KR"/>
              </a:rPr>
              <a:t>REWIND</a:t>
            </a:r>
          </a:p>
        </p:txBody>
      </p:sp>
      <p:sp>
        <p:nvSpPr>
          <p:cNvPr id="12" name="">
            <a:extLst xmlns:a="http://schemas.openxmlformats.org/drawingml/2006/main">
              <a:ext uri="{FF2B5EF4-FFF2-40B4-BE49-F238E27FC236}">
                <a16:creationId xmlns:a16="http://schemas.microsoft.com/office/drawing/2014/main" id="{427AA242-0505-4C0D-8377-582F892983F9}"/>
              </a:ext>
            </a:extLst>
          </p:cNvPr>
          <p:cNvSpPr>
            <a:spLocks xmlns:a="http://schemas.openxmlformats.org/drawingml/2006/main" noGrp="1"/>
          </p:cNvSpPr>
          <p:nvPr/>
        </p:nvSpPr>
        <p:spPr>
          <a:xfrm xmlns:a="http://schemas.openxmlformats.org/drawingml/2006/main">
            <a:off x="685800" y="3829050"/>
            <a:ext cx="3867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R키로 최신 모래시계까지 되감기</a:t>
            </a:r>
          </a:p>
        </p:txBody>
      </p:sp>
      <p:sp>
        <p:nvSpPr>
          <p:cNvPr id="13" name="">
            <a:extLst xmlns:a="http://schemas.openxmlformats.org/drawingml/2006/main">
              <a:ext uri="{FF2B5EF4-FFF2-40B4-BE49-F238E27FC236}">
                <a16:creationId xmlns:a16="http://schemas.microsoft.com/office/drawing/2014/main" id="{92C0A96F-1397-4C68-88EE-A452486D5904}"/>
              </a:ext>
            </a:extLst>
          </p:cNvPr>
          <p:cNvSpPr>
            <a:spLocks xmlns:a="http://schemas.openxmlformats.org/drawingml/2006/main" noGrp="1"/>
          </p:cNvSpPr>
          <p:nvPr/>
        </p:nvSpPr>
        <p:spPr>
          <a:xfrm xmlns:a="http://schemas.openxmlformats.org/drawingml/2006/main">
            <a:off x="685800" y="4629150"/>
            <a:ext cx="3867150" cy="1200150"/>
          </a:xfrm>
          <a:prstGeom xmlns:a="http://schemas.openxmlformats.org/drawingml/2006/main" prst="roundRect">
            <a:avLst>
              <a:gd name="adj" fmla="val 9524"/>
            </a:avLst>
          </a:prstGeom>
          <a:solidFill xmlns:a="http://schemas.openxmlformats.org/drawingml/2006/main">
            <a:srgbClr val="142337"/>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8B04B5C-72C9-4B27-B22B-D2CB247D42AC}"/>
              </a:ext>
            </a:extLst>
          </p:cNvPr>
          <p:cNvSpPr>
            <a:spLocks xmlns:a="http://schemas.openxmlformats.org/drawingml/2006/main" noGrp="1"/>
          </p:cNvSpPr>
          <p:nvPr/>
        </p:nvSpPr>
        <p:spPr>
          <a:xfrm xmlns:a="http://schemas.openxmlformats.org/drawingml/2006/main">
            <a:off x="895350" y="48196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성공</a:t>
            </a:r>
          </a:p>
        </p:txBody>
      </p:sp>
      <p:sp>
        <p:nvSpPr>
          <p:cNvPr id="15" name="">
            <a:extLst xmlns:a="http://schemas.openxmlformats.org/drawingml/2006/main">
              <a:ext uri="{FF2B5EF4-FFF2-40B4-BE49-F238E27FC236}">
                <a16:creationId xmlns:a16="http://schemas.microsoft.com/office/drawing/2014/main" id="{F86E3981-5D3B-4B2A-9458-9CC5C10EA25E}"/>
              </a:ext>
            </a:extLst>
          </p:cNvPr>
          <p:cNvSpPr>
            <a:spLocks xmlns:a="http://schemas.openxmlformats.org/drawingml/2006/main" noGrp="1"/>
          </p:cNvSpPr>
          <p:nvPr/>
        </p:nvSpPr>
        <p:spPr>
          <a:xfrm xmlns:a="http://schemas.openxmlformats.org/drawingml/2006/main">
            <a:off x="1581150" y="48196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열린 출구에 도착</a:t>
            </a:r>
          </a:p>
        </p:txBody>
      </p:sp>
      <p:sp>
        <p:nvSpPr>
          <p:cNvPr id="16" name="">
            <a:extLst xmlns:a="http://schemas.openxmlformats.org/drawingml/2006/main">
              <a:ext uri="{FF2B5EF4-FFF2-40B4-BE49-F238E27FC236}">
                <a16:creationId xmlns:a16="http://schemas.microsoft.com/office/drawing/2014/main" id="{C7166FD6-247C-4512-8503-57642359B89E}"/>
              </a:ext>
            </a:extLst>
          </p:cNvPr>
          <p:cNvSpPr>
            <a:spLocks xmlns:a="http://schemas.openxmlformats.org/drawingml/2006/main" noGrp="1"/>
          </p:cNvSpPr>
          <p:nvPr/>
        </p:nvSpPr>
        <p:spPr>
          <a:xfrm xmlns:a="http://schemas.openxmlformats.org/drawingml/2006/main">
            <a:off x="895350" y="51625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E07A6F"/>
                </a:solidFill>
                <a:latin typeface="Noto Sans KR"/>
                <a:ea typeface="Noto Sans KR"/>
                <a:cs typeface="Noto Sans KR"/>
              </a:defRPr>
            </a:pPr>
            <a:r>
              <a:rPr sz="975" b="1">
                <a:solidFill>
                  <a:srgbClr val="E07A6F"/>
                </a:solidFill>
                <a:latin typeface="Noto Sans KR"/>
                <a:ea typeface="Noto Sans KR"/>
                <a:cs typeface="Noto Sans KR"/>
              </a:rPr>
              <a:t>실패</a:t>
            </a:r>
          </a:p>
        </p:txBody>
      </p:sp>
      <p:sp>
        <p:nvSpPr>
          <p:cNvPr id="17" name="">
            <a:extLst xmlns:a="http://schemas.openxmlformats.org/drawingml/2006/main">
              <a:ext uri="{FF2B5EF4-FFF2-40B4-BE49-F238E27FC236}">
                <a16:creationId xmlns:a16="http://schemas.microsoft.com/office/drawing/2014/main" id="{82FB9E99-540B-41D4-83FF-B00E0B2FC0A1}"/>
              </a:ext>
            </a:extLst>
          </p:cNvPr>
          <p:cNvSpPr>
            <a:spLocks xmlns:a="http://schemas.openxmlformats.org/drawingml/2006/main" noGrp="1"/>
          </p:cNvSpPr>
          <p:nvPr/>
        </p:nvSpPr>
        <p:spPr>
          <a:xfrm xmlns:a="http://schemas.openxmlformats.org/drawingml/2006/main">
            <a:off x="1581150" y="51625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시간 균열에 진입</a:t>
            </a:r>
          </a:p>
        </p:txBody>
      </p:sp>
      <p:sp>
        <p:nvSpPr>
          <p:cNvPr id="18" name="">
            <a:extLst xmlns:a="http://schemas.openxmlformats.org/drawingml/2006/main">
              <a:ext uri="{FF2B5EF4-FFF2-40B4-BE49-F238E27FC236}">
                <a16:creationId xmlns:a16="http://schemas.microsoft.com/office/drawing/2014/main" id="{3AC6693D-E864-4B21-A312-7D204555BD11}"/>
              </a:ext>
            </a:extLst>
          </p:cNvPr>
          <p:cNvSpPr>
            <a:spLocks xmlns:a="http://schemas.openxmlformats.org/drawingml/2006/main" noGrp="1"/>
          </p:cNvSpPr>
          <p:nvPr/>
        </p:nvSpPr>
        <p:spPr>
          <a:xfrm xmlns:a="http://schemas.openxmlformats.org/drawingml/2006/main">
            <a:off x="895350" y="5505450"/>
            <a:ext cx="5905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89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점수</a:t>
            </a:r>
          </a:p>
        </p:txBody>
      </p:sp>
      <p:sp>
        <p:nvSpPr>
          <p:cNvPr id="19" name="">
            <a:extLst xmlns:a="http://schemas.openxmlformats.org/drawingml/2006/main">
              <a:ext uri="{FF2B5EF4-FFF2-40B4-BE49-F238E27FC236}">
                <a16:creationId xmlns:a16="http://schemas.microsoft.com/office/drawing/2014/main" id="{715A262D-E183-4C0C-AFE0-58C59F15692A}"/>
              </a:ext>
            </a:extLst>
          </p:cNvPr>
          <p:cNvSpPr>
            <a:spLocks xmlns:a="http://schemas.openxmlformats.org/drawingml/2006/main" noGrp="1"/>
          </p:cNvSpPr>
          <p:nvPr/>
        </p:nvSpPr>
        <p:spPr>
          <a:xfrm xmlns:a="http://schemas.openxmlformats.org/drawingml/2006/main">
            <a:off x="1581150" y="5505450"/>
            <a:ext cx="2381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4444"/>
          </a:bodyPr>
          <a:lstStyle xmlns:a="http://schemas.openxmlformats.org/drawingml/2006/main"/>
          <a:p xmlns:a="http://schemas.openxmlformats.org/drawingml/2006/main">
            <a:pPr algn="l">
              <a:defRPr sz="1125" b="1">
                <a:solidFill>
                  <a:srgbClr val="F5F1E8"/>
                </a:solidFill>
                <a:latin typeface="Noto Sans KR"/>
                <a:ea typeface="Noto Sans KR"/>
                <a:cs typeface="Noto Sans KR"/>
              </a:defRPr>
            </a:pPr>
            <a:r>
              <a:rPr sz="1125" b="1">
                <a:solidFill>
                  <a:srgbClr val="F5F1E8"/>
                </a:solidFill>
                <a:latin typeface="Noto Sans KR"/>
                <a:ea typeface="Noto Sans KR"/>
                <a:cs typeface="Noto Sans KR"/>
              </a:rPr>
              <a:t>수집 + / 이동·되감기 −</a:t>
            </a:r>
          </a:p>
        </p:txBody>
      </p:sp>
      <p:sp>
        <p:nvSpPr>
          <p:cNvPr id="20" name="">
            <a:extLst xmlns:a="http://schemas.openxmlformats.org/drawingml/2006/main">
              <a:ext uri="{FF2B5EF4-FFF2-40B4-BE49-F238E27FC236}">
                <a16:creationId xmlns:a16="http://schemas.microsoft.com/office/drawing/2014/main" id="{AA68CD63-6588-4ACA-A08A-790E04FD9BF0}"/>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02</a:t>
            </a:r>
          </a:p>
        </p:txBody>
      </p:sp>
    </p:spTree>
    <p:extLst>
      <p:ext uri="{BB962C8B-B14F-4D97-AF65-F5344CB8AC3E}">
        <p14:creationId xmlns:p14="http://schemas.microsoft.com/office/powerpoint/2010/main" val="665561872"/>
      </p:ext>
    </p:extLst>
  </p:cSld>
</p:sld>
</file>

<file path=ppt/slides/slide3.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E883EF30-B231-4CCB-8509-5DBFD82431FA}"/>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대표 기능</a:t>
            </a:r>
          </a:p>
        </p:txBody>
      </p:sp>
      <p:sp>
        <p:nvSpPr>
          <p:cNvPr id="2" name="">
            <a:extLst xmlns:a="http://schemas.openxmlformats.org/drawingml/2006/main">
              <a:ext uri="{FF2B5EF4-FFF2-40B4-BE49-F238E27FC236}">
                <a16:creationId xmlns:a16="http://schemas.microsoft.com/office/drawing/2014/main" id="{D43665E5-5B0C-440B-B061-E9C7AEB01618}"/>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실제로 왔던 순서 그대로 되돌아갑니다</a:t>
            </a:r>
          </a:p>
        </p:txBody>
      </p:sp>
      <p:sp>
        <p:nvSpPr>
          <p:cNvPr id="3" name="">
            <a:extLst xmlns:a="http://schemas.openxmlformats.org/drawingml/2006/main">
              <a:ext uri="{FF2B5EF4-FFF2-40B4-BE49-F238E27FC236}">
                <a16:creationId xmlns:a16="http://schemas.microsoft.com/office/drawing/2014/main" id="{D9E7E5CD-04E7-47AC-AA8F-4DFB203A83B2}"/>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2b207a334bae45c0"/>
          <a:srcRect xmlns:a="http://schemas.openxmlformats.org/drawingml/2006/main" l="0" t="3049" r="0" b="3049"/>
          <a:stretch xmlns:a="http://schemas.openxmlformats.org/drawingml/2006/main">
            <a:fillRect l="0" t="0" r="0" b="0"/>
          </a:stretch>
        </p:blipFill>
        <p:spPr>
          <a:xfrm xmlns:a="http://schemas.openxmlformats.org/drawingml/2006/main">
            <a:off x="5410200" y="1466850"/>
            <a:ext cx="6172200" cy="44958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BDB215E-5B7F-4AAC-B85A-9FA24DF37899}"/>
              </a:ext>
            </a:extLst>
          </p:cNvPr>
          <p:cNvSpPr>
            <a:spLocks xmlns:a="http://schemas.openxmlformats.org/drawingml/2006/main" noGrp="1"/>
          </p:cNvSpPr>
          <p:nvPr/>
        </p:nvSpPr>
        <p:spPr>
          <a:xfrm xmlns:a="http://schemas.openxmlformats.org/drawingml/2006/main">
            <a:off x="685800" y="16573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D68C1E5-5F25-416E-BC0E-2733B0DD6C1C}"/>
              </a:ext>
            </a:extLst>
          </p:cNvPr>
          <p:cNvSpPr>
            <a:spLocks xmlns:a="http://schemas.openxmlformats.org/drawingml/2006/main" noGrp="1"/>
          </p:cNvSpPr>
          <p:nvPr/>
        </p:nvSpPr>
        <p:spPr>
          <a:xfrm xmlns:a="http://schemas.openxmlformats.org/drawingml/2006/main">
            <a:off x="685800" y="17049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768D045C-A367-41AB-8D17-C4B3D7C66FC4}"/>
              </a:ext>
            </a:extLst>
          </p:cNvPr>
          <p:cNvSpPr>
            <a:spLocks xmlns:a="http://schemas.openxmlformats.org/drawingml/2006/main" noGrp="1"/>
          </p:cNvSpPr>
          <p:nvPr/>
        </p:nvSpPr>
        <p:spPr>
          <a:xfrm xmlns:a="http://schemas.openxmlformats.org/drawingml/2006/main">
            <a:off x="1238250" y="16383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모래시계 획득</a:t>
            </a:r>
          </a:p>
        </p:txBody>
      </p:sp>
      <p:sp>
        <p:nvSpPr>
          <p:cNvPr id="8" name="">
            <a:extLst xmlns:a="http://schemas.openxmlformats.org/drawingml/2006/main">
              <a:ext uri="{FF2B5EF4-FFF2-40B4-BE49-F238E27FC236}">
                <a16:creationId xmlns:a16="http://schemas.microsoft.com/office/drawing/2014/main" id="{B8864B99-786A-42D7-9A98-E9211A515B91}"/>
              </a:ext>
            </a:extLst>
          </p:cNvPr>
          <p:cNvSpPr>
            <a:spLocks xmlns:a="http://schemas.openxmlformats.org/drawingml/2006/main" noGrp="1"/>
          </p:cNvSpPr>
          <p:nvPr/>
        </p:nvSpPr>
        <p:spPr>
          <a:xfrm xmlns:a="http://schemas.openxmlformats.org/drawingml/2006/main">
            <a:off x="1238250" y="19812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현재 칸을 기준점으로 저장</a:t>
            </a:r>
          </a:p>
        </p:txBody>
      </p:sp>
      <p:sp>
        <p:nvSpPr>
          <p:cNvPr id="9" name="">
            <a:extLst xmlns:a="http://schemas.openxmlformats.org/drawingml/2006/main">
              <a:ext uri="{FF2B5EF4-FFF2-40B4-BE49-F238E27FC236}">
                <a16:creationId xmlns:a16="http://schemas.microsoft.com/office/drawing/2014/main" id="{5C135E47-066C-4EBB-A81E-E0D2EF44D0E5}"/>
              </a:ext>
            </a:extLst>
          </p:cNvPr>
          <p:cNvSpPr>
            <a:spLocks xmlns:a="http://schemas.openxmlformats.org/drawingml/2006/main" noGrp="1"/>
          </p:cNvSpPr>
          <p:nvPr/>
        </p:nvSpPr>
        <p:spPr>
          <a:xfrm xmlns:a="http://schemas.openxmlformats.org/drawingml/2006/main">
            <a:off x="685800" y="2724150"/>
            <a:ext cx="361950" cy="361950"/>
          </a:xfrm>
          <a:prstGeom xmlns:a="http://schemas.openxmlformats.org/drawingml/2006/main" prst="roundRect">
            <a:avLst>
              <a:gd name="adj" fmla="val 50000"/>
            </a:avLst>
          </a:prstGeom>
          <a:solidFill xmlns:a="http://schemas.openxmlformats.org/drawingml/2006/main">
            <a:srgbClr val="D8B35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80A8DB6-2B7E-4C5B-9F41-DBD7184D824E}"/>
              </a:ext>
            </a:extLst>
          </p:cNvPr>
          <p:cNvSpPr>
            <a:spLocks xmlns:a="http://schemas.openxmlformats.org/drawingml/2006/main" noGrp="1"/>
          </p:cNvSpPr>
          <p:nvPr/>
        </p:nvSpPr>
        <p:spPr>
          <a:xfrm xmlns:a="http://schemas.openxmlformats.org/drawingml/2006/main">
            <a:off x="685800" y="27717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2</a:t>
            </a:r>
          </a:p>
        </p:txBody>
      </p:sp>
      <p:sp>
        <p:nvSpPr>
          <p:cNvPr id="11" name="">
            <a:extLst xmlns:a="http://schemas.openxmlformats.org/drawingml/2006/main">
              <a:ext uri="{FF2B5EF4-FFF2-40B4-BE49-F238E27FC236}">
                <a16:creationId xmlns:a16="http://schemas.microsoft.com/office/drawing/2014/main" id="{3E0A178D-2D1A-432F-9DF6-FB4DF6A2263E}"/>
              </a:ext>
            </a:extLst>
          </p:cNvPr>
          <p:cNvSpPr>
            <a:spLocks xmlns:a="http://schemas.openxmlformats.org/drawingml/2006/main" noGrp="1"/>
          </p:cNvSpPr>
          <p:nvPr/>
        </p:nvSpPr>
        <p:spPr>
          <a:xfrm xmlns:a="http://schemas.openxmlformats.org/drawingml/2006/main">
            <a:off x="1238250" y="27051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경로 기록</a:t>
            </a:r>
          </a:p>
        </p:txBody>
      </p:sp>
      <p:sp>
        <p:nvSpPr>
          <p:cNvPr id="12" name="">
            <a:extLst xmlns:a="http://schemas.openxmlformats.org/drawingml/2006/main">
              <a:ext uri="{FF2B5EF4-FFF2-40B4-BE49-F238E27FC236}">
                <a16:creationId xmlns:a16="http://schemas.microsoft.com/office/drawing/2014/main" id="{810E6BD3-BA51-48C6-BC4D-F45505D33F73}"/>
              </a:ext>
            </a:extLst>
          </p:cNvPr>
          <p:cNvSpPr>
            <a:spLocks xmlns:a="http://schemas.openxmlformats.org/drawingml/2006/main" noGrp="1"/>
          </p:cNvSpPr>
          <p:nvPr/>
        </p:nvSpPr>
        <p:spPr>
          <a:xfrm xmlns:a="http://schemas.openxmlformats.org/drawingml/2006/main">
            <a:off x="1238250" y="30480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우회·모서리·반복 방문도 보존</a:t>
            </a:r>
          </a:p>
        </p:txBody>
      </p:sp>
      <p:sp>
        <p:nvSpPr>
          <p:cNvPr id="13" name="">
            <a:extLst xmlns:a="http://schemas.openxmlformats.org/drawingml/2006/main">
              <a:ext uri="{FF2B5EF4-FFF2-40B4-BE49-F238E27FC236}">
                <a16:creationId xmlns:a16="http://schemas.microsoft.com/office/drawing/2014/main" id="{5A765865-7022-404F-A20F-670D639A5534}"/>
              </a:ext>
            </a:extLst>
          </p:cNvPr>
          <p:cNvSpPr>
            <a:spLocks xmlns:a="http://schemas.openxmlformats.org/drawingml/2006/main" noGrp="1"/>
          </p:cNvSpPr>
          <p:nvPr/>
        </p:nvSpPr>
        <p:spPr>
          <a:xfrm xmlns:a="http://schemas.openxmlformats.org/drawingml/2006/main">
            <a:off x="685800" y="3790950"/>
            <a:ext cx="361950" cy="361950"/>
          </a:xfrm>
          <a:prstGeom xmlns:a="http://schemas.openxmlformats.org/drawingml/2006/main" prst="roundRect">
            <a:avLst>
              <a:gd name="adj" fmla="val 50000"/>
            </a:avLst>
          </a:prstGeom>
          <a:solidFill xmlns:a="http://schemas.openxmlformats.org/drawingml/2006/main">
            <a:srgbClr val="78DCE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68775EC-7EA8-45D1-8C02-1156AA3D8A28}"/>
              </a:ext>
            </a:extLst>
          </p:cNvPr>
          <p:cNvSpPr>
            <a:spLocks xmlns:a="http://schemas.openxmlformats.org/drawingml/2006/main" noGrp="1"/>
          </p:cNvSpPr>
          <p:nvPr/>
        </p:nvSpPr>
        <p:spPr>
          <a:xfrm xmlns:a="http://schemas.openxmlformats.org/drawingml/2006/main">
            <a:off x="685800" y="3838575"/>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ctr">
              <a:defRPr sz="1050" b="1">
                <a:solidFill>
                  <a:srgbClr val="07121F"/>
                </a:solidFill>
                <a:latin typeface="Noto Sans KR"/>
                <a:ea typeface="Noto Sans KR"/>
                <a:cs typeface="Noto Sans KR"/>
              </a:defRPr>
            </a:pPr>
            <a:r>
              <a:rPr sz="1050" b="1">
                <a:solidFill>
                  <a:srgbClr val="07121F"/>
                </a:solidFill>
                <a:latin typeface="Noto Sans KR"/>
                <a:ea typeface="Noto Sans KR"/>
                <a:cs typeface="Noto Sans KR"/>
              </a:rPr>
              <a:t>3</a:t>
            </a:r>
          </a:p>
        </p:txBody>
      </p:sp>
      <p:sp>
        <p:nvSpPr>
          <p:cNvPr id="15" name="">
            <a:extLst xmlns:a="http://schemas.openxmlformats.org/drawingml/2006/main">
              <a:ext uri="{FF2B5EF4-FFF2-40B4-BE49-F238E27FC236}">
                <a16:creationId xmlns:a16="http://schemas.microsoft.com/office/drawing/2014/main" id="{702FA58B-914A-4E17-8644-FC9EE58B59E9}"/>
              </a:ext>
            </a:extLst>
          </p:cNvPr>
          <p:cNvSpPr>
            <a:spLocks xmlns:a="http://schemas.openxmlformats.org/drawingml/2006/main" noGrp="1"/>
          </p:cNvSpPr>
          <p:nvPr/>
        </p:nvSpPr>
        <p:spPr>
          <a:xfrm xmlns:a="http://schemas.openxmlformats.org/drawingml/2006/main">
            <a:off x="1238250" y="377190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l">
              <a:defRPr sz="1500" b="1">
                <a:solidFill>
                  <a:srgbClr val="F5F1E8"/>
                </a:solidFill>
                <a:latin typeface="Noto Sans KR"/>
                <a:ea typeface="Noto Sans KR"/>
                <a:cs typeface="Noto Sans KR"/>
              </a:defRPr>
            </a:pPr>
            <a:r>
              <a:rPr sz="1500" b="1">
                <a:solidFill>
                  <a:srgbClr val="F5F1E8"/>
                </a:solidFill>
                <a:latin typeface="Noto Sans KR"/>
                <a:ea typeface="Noto Sans KR"/>
                <a:cs typeface="Noto Sans KR"/>
              </a:rPr>
              <a:t>역순 재생</a:t>
            </a:r>
          </a:p>
        </p:txBody>
      </p:sp>
      <p:sp>
        <p:nvSpPr>
          <p:cNvPr id="16" name="">
            <a:extLst xmlns:a="http://schemas.openxmlformats.org/drawingml/2006/main">
              <a:ext uri="{FF2B5EF4-FFF2-40B4-BE49-F238E27FC236}">
                <a16:creationId xmlns:a16="http://schemas.microsoft.com/office/drawing/2014/main" id="{5485F1FD-13D0-4B7D-A95A-0E675F18F4B9}"/>
              </a:ext>
            </a:extLst>
          </p:cNvPr>
          <p:cNvSpPr>
            <a:spLocks xmlns:a="http://schemas.openxmlformats.org/drawingml/2006/main" noGrp="1"/>
          </p:cNvSpPr>
          <p:nvPr/>
        </p:nvSpPr>
        <p:spPr>
          <a:xfrm xmlns:a="http://schemas.openxmlformats.org/drawingml/2006/main">
            <a:off x="1238250" y="411480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050" b="0">
                <a:solidFill>
                  <a:srgbClr val="A9B7C7"/>
                </a:solidFill>
                <a:latin typeface="Noto Sans KR"/>
                <a:ea typeface="Noto Sans KR"/>
                <a:cs typeface="Noto Sans KR"/>
              </a:defRPr>
            </a:pPr>
            <a:r>
              <a:rPr sz="1050" b="0">
                <a:solidFill>
                  <a:srgbClr val="A9B7C7"/>
                </a:solidFill>
                <a:latin typeface="Noto Sans KR"/>
                <a:ea typeface="Noto Sans KR"/>
                <a:cs typeface="Noto Sans KR"/>
              </a:rPr>
              <a:t>직전 발자국부터 기준점까지 이동</a:t>
            </a:r>
          </a:p>
        </p:txBody>
      </p:sp>
      <p:sp>
        <p:nvSpPr>
          <p:cNvPr id="17" name="">
            <a:extLst xmlns:a="http://schemas.openxmlformats.org/drawingml/2006/main">
              <a:ext uri="{FF2B5EF4-FFF2-40B4-BE49-F238E27FC236}">
                <a16:creationId xmlns:a16="http://schemas.microsoft.com/office/drawing/2014/main" id="{0170F087-066B-4E83-8AA0-C3524A86614B}"/>
              </a:ext>
            </a:extLst>
          </p:cNvPr>
          <p:cNvSpPr>
            <a:spLocks xmlns:a="http://schemas.openxmlformats.org/drawingml/2006/main" noGrp="1"/>
          </p:cNvSpPr>
          <p:nvPr/>
        </p:nvSpPr>
        <p:spPr>
          <a:xfrm xmlns:a="http://schemas.openxmlformats.org/drawingml/2006/main">
            <a:off x="685800" y="4972050"/>
            <a:ext cx="4095750" cy="914400"/>
          </a:xfrm>
          <a:prstGeom xmlns:a="http://schemas.openxmlformats.org/drawingml/2006/main" prst="roundRect">
            <a:avLst>
              <a:gd name="adj" fmla="val 12500"/>
            </a:avLst>
          </a:prstGeom>
          <a:solidFill xmlns:a="http://schemas.openxmlformats.org/drawingml/2006/main">
            <a:srgbClr val="142337"/>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71A195-B9EE-428E-978F-B227980987A8}"/>
              </a:ext>
            </a:extLst>
          </p:cNvPr>
          <p:cNvSpPr>
            <a:spLocks xmlns:a="http://schemas.openxmlformats.org/drawingml/2006/main" noGrp="1"/>
          </p:cNvSpPr>
          <p:nvPr/>
        </p:nvSpPr>
        <p:spPr>
          <a:xfrm xmlns:a="http://schemas.openxmlformats.org/drawingml/2006/main">
            <a:off x="895350" y="5181600"/>
            <a:ext cx="3619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196"/>
          </a:bodyPr>
          <a:lstStyle xmlns:a="http://schemas.openxmlformats.org/drawingml/2006/main"/>
          <a:p xmlns:a="http://schemas.openxmlformats.org/drawingml/2006/main">
            <a:pPr algn="l">
              <a:defRPr sz="1275" b="1">
                <a:solidFill>
                  <a:srgbClr val="78DCE8"/>
                </a:solidFill>
                <a:latin typeface="Noto Sans KR"/>
                <a:ea typeface="Noto Sans KR"/>
                <a:cs typeface="Noto Sans KR"/>
              </a:defRPr>
            </a:pPr>
            <a:r>
              <a:rPr sz="1275" b="1">
                <a:solidFill>
                  <a:srgbClr val="78DCE8"/>
                </a:solidFill>
                <a:latin typeface="Noto Sans KR"/>
                <a:ea typeface="Noto Sans KR"/>
                <a:cs typeface="Noto Sans KR"/>
              </a:rPr>
              <a:t>되감아도 세계 상태는 유지</a:t>
            </a:r>
          </a:p>
        </p:txBody>
      </p:sp>
      <p:sp>
        <p:nvSpPr>
          <p:cNvPr id="19" name="">
            <a:extLst xmlns:a="http://schemas.openxmlformats.org/drawingml/2006/main">
              <a:ext uri="{FF2B5EF4-FFF2-40B4-BE49-F238E27FC236}">
                <a16:creationId xmlns:a16="http://schemas.microsoft.com/office/drawing/2014/main" id="{CCE24E51-40A3-4F9F-BB60-10F4AA6508DA}"/>
              </a:ext>
            </a:extLst>
          </p:cNvPr>
          <p:cNvSpPr>
            <a:spLocks xmlns:a="http://schemas.openxmlformats.org/drawingml/2006/main" noGrp="1"/>
          </p:cNvSpPr>
          <p:nvPr/>
        </p:nvSpPr>
        <p:spPr>
          <a:xfrm xmlns:a="http://schemas.openxmlformats.org/drawingml/2006/main">
            <a:off x="895350" y="5524500"/>
            <a:ext cx="361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0">
                <a:solidFill>
                  <a:srgbClr val="F5F1E8"/>
                </a:solidFill>
                <a:latin typeface="Noto Sans KR"/>
                <a:ea typeface="Noto Sans KR"/>
                <a:cs typeface="Noto Sans KR"/>
              </a:defRPr>
            </a:pPr>
            <a:r>
              <a:rPr sz="975" b="0">
                <a:solidFill>
                  <a:srgbClr val="F5F1E8"/>
                </a:solidFill>
                <a:latin typeface="Noto Sans KR"/>
                <a:ea typeface="Noto Sans KR"/>
                <a:cs typeface="Noto Sans KR"/>
              </a:rPr>
              <a:t>수집품 · 열린 문 · 무너진 발판은 복원되지 않습니다.</a:t>
            </a:r>
          </a:p>
        </p:txBody>
      </p:sp>
      <p:sp>
        <p:nvSpPr>
          <p:cNvPr id="20" name="">
            <a:extLst xmlns:a="http://schemas.openxmlformats.org/drawingml/2006/main">
              <a:ext uri="{FF2B5EF4-FFF2-40B4-BE49-F238E27FC236}">
                <a16:creationId xmlns:a16="http://schemas.microsoft.com/office/drawing/2014/main" id="{A8296A5D-360C-46A8-9A5B-8B81EB74A21C}"/>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03</a:t>
            </a:r>
          </a:p>
        </p:txBody>
      </p:sp>
    </p:spTree>
    <p:extLst>
      <p:ext uri="{BB962C8B-B14F-4D97-AF65-F5344CB8AC3E}">
        <p14:creationId xmlns:p14="http://schemas.microsoft.com/office/powerpoint/2010/main" val="886661587"/>
      </p:ext>
    </p:extLst>
  </p:cSld>
</p:sld>
</file>

<file path=ppt/slides/slide4.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300C3BEA-D214-459A-B307-96598A3A954D}"/>
              </a:ext>
            </a:extLst>
          </p:cNvPr>
          <p:cNvSpPr>
            <a:spLocks xmlns:a="http://schemas.openxmlformats.org/drawingml/2006/main" noGrp="1"/>
          </p:cNvSpPr>
          <p:nvPr/>
        </p:nvSpPr>
        <p:spPr>
          <a:xfrm xmlns:a="http://schemas.openxmlformats.org/drawingml/2006/main">
            <a:off x="609600" y="36195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AI 협업 사례</a:t>
            </a:r>
          </a:p>
        </p:txBody>
      </p:sp>
      <p:sp>
        <p:nvSpPr>
          <p:cNvPr id="2" name="">
            <a:extLst xmlns:a="http://schemas.openxmlformats.org/drawingml/2006/main">
              <a:ext uri="{FF2B5EF4-FFF2-40B4-BE49-F238E27FC236}">
                <a16:creationId xmlns:a16="http://schemas.microsoft.com/office/drawing/2014/main" id="{E9006073-50DC-4CE1-9CB5-7743DFA43F10}"/>
              </a:ext>
            </a:extLst>
          </p:cNvPr>
          <p:cNvSpPr>
            <a:spLocks xmlns:a="http://schemas.openxmlformats.org/drawingml/2006/main" noGrp="1"/>
          </p:cNvSpPr>
          <p:nvPr/>
        </p:nvSpPr>
        <p:spPr>
          <a:xfrm xmlns:a="http://schemas.openxmlformats.org/drawingml/2006/main">
            <a:off x="609600" y="66675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550" b="1">
                <a:solidFill>
                  <a:srgbClr val="F5F1E8"/>
                </a:solidFill>
                <a:latin typeface="Noto Sans KR"/>
                <a:ea typeface="Noto Sans KR"/>
                <a:cs typeface="Noto Sans KR"/>
              </a:defRPr>
            </a:pPr>
            <a:r>
              <a:rPr sz="2550" b="1">
                <a:solidFill>
                  <a:srgbClr val="F5F1E8"/>
                </a:solidFill>
                <a:latin typeface="Noto Sans KR"/>
                <a:ea typeface="Noto Sans KR"/>
                <a:cs typeface="Noto Sans KR"/>
              </a:rPr>
              <a:t>기획부터 오류 재현과 배포 수정까지</a:t>
            </a:r>
          </a:p>
        </p:txBody>
      </p:sp>
      <p:sp>
        <p:nvSpPr>
          <p:cNvPr id="3" name="">
            <a:extLst xmlns:a="http://schemas.openxmlformats.org/drawingml/2006/main">
              <a:ext uri="{FF2B5EF4-FFF2-40B4-BE49-F238E27FC236}">
                <a16:creationId xmlns:a16="http://schemas.microsoft.com/office/drawing/2014/main" id="{E10D15C7-5C7B-4C17-A2AE-CA5DFF397B23}"/>
              </a:ext>
            </a:extLst>
          </p:cNvPr>
          <p:cNvSpPr>
            <a:spLocks xmlns:a="http://schemas.openxmlformats.org/drawingml/2006/main" noGrp="1"/>
          </p:cNvSpPr>
          <p:nvPr/>
        </p:nvSpPr>
        <p:spPr>
          <a:xfrm xmlns:a="http://schemas.openxmlformats.org/drawingml/2006/main">
            <a:off x="609600" y="1257300"/>
            <a:ext cx="666750" cy="28575"/>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2A1ED06-DCFC-4448-8630-B512423335A1}"/>
              </a:ext>
            </a:extLst>
          </p:cNvPr>
          <p:cNvSpPr>
            <a:spLocks xmlns:a="http://schemas.openxmlformats.org/drawingml/2006/main" noGrp="1"/>
          </p:cNvSpPr>
          <p:nvPr/>
        </p:nvSpPr>
        <p:spPr>
          <a:xfrm xmlns:a="http://schemas.openxmlformats.org/drawingml/2006/main">
            <a:off x="6667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5" name="">
            <a:extLst xmlns:a="http://schemas.openxmlformats.org/drawingml/2006/main">
              <a:ext uri="{FF2B5EF4-FFF2-40B4-BE49-F238E27FC236}">
                <a16:creationId xmlns:a16="http://schemas.microsoft.com/office/drawing/2014/main" id="{C4BB06D6-91DF-43DF-9960-37A651F8EED0}"/>
              </a:ext>
            </a:extLst>
          </p:cNvPr>
          <p:cNvSpPr>
            <a:spLocks xmlns:a="http://schemas.openxmlformats.org/drawingml/2006/main" noGrp="1"/>
          </p:cNvSpPr>
          <p:nvPr/>
        </p:nvSpPr>
        <p:spPr>
          <a:xfrm xmlns:a="http://schemas.openxmlformats.org/drawingml/2006/main">
            <a:off x="8382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기획·설계</a:t>
            </a:r>
          </a:p>
        </p:txBody>
      </p:sp>
      <p:sp>
        <p:nvSpPr>
          <p:cNvPr id="6" name="">
            <a:extLst xmlns:a="http://schemas.openxmlformats.org/drawingml/2006/main">
              <a:ext uri="{FF2B5EF4-FFF2-40B4-BE49-F238E27FC236}">
                <a16:creationId xmlns:a16="http://schemas.microsoft.com/office/drawing/2014/main" id="{380AE7A5-58A7-48E6-A6CB-D8F99DF7A834}"/>
              </a:ext>
            </a:extLst>
          </p:cNvPr>
          <p:cNvSpPr>
            <a:spLocks xmlns:a="http://schemas.openxmlformats.org/drawingml/2006/main" noGrp="1"/>
          </p:cNvSpPr>
          <p:nvPr/>
        </p:nvSpPr>
        <p:spPr>
          <a:xfrm xmlns:a="http://schemas.openxmlformats.org/drawingml/2006/main">
            <a:off x="8382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ChatGPT</a:t>
            </a:r>
          </a:p>
        </p:txBody>
      </p:sp>
      <p:sp>
        <p:nvSpPr>
          <p:cNvPr id="7" name="">
            <a:extLst xmlns:a="http://schemas.openxmlformats.org/drawingml/2006/main">
              <a:ext uri="{FF2B5EF4-FFF2-40B4-BE49-F238E27FC236}">
                <a16:creationId xmlns:a16="http://schemas.microsoft.com/office/drawing/2014/main" id="{C38ACBDB-1C82-4D61-9589-97ED9910ACF1}"/>
              </a:ext>
            </a:extLst>
          </p:cNvPr>
          <p:cNvSpPr>
            <a:spLocks xmlns:a="http://schemas.openxmlformats.org/drawingml/2006/main" noGrp="1"/>
          </p:cNvSpPr>
          <p:nvPr/>
        </p:nvSpPr>
        <p:spPr>
          <a:xfrm xmlns:a="http://schemas.openxmlformats.org/drawingml/2006/main">
            <a:off x="29337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87F56E0-CEDC-4A05-AFE7-4F7CCA44F76A}"/>
              </a:ext>
            </a:extLst>
          </p:cNvPr>
          <p:cNvSpPr>
            <a:spLocks xmlns:a="http://schemas.openxmlformats.org/drawingml/2006/main" noGrp="1"/>
          </p:cNvSpPr>
          <p:nvPr/>
        </p:nvSpPr>
        <p:spPr>
          <a:xfrm xmlns:a="http://schemas.openxmlformats.org/drawingml/2006/main">
            <a:off x="3486150" y="1657350"/>
            <a:ext cx="2266950" cy="933450"/>
          </a:xfrm>
          <a:prstGeom xmlns:a="http://schemas.openxmlformats.org/drawingml/2006/main" prst="roundRect">
            <a:avLst>
              <a:gd name="adj" fmla="val 12245"/>
            </a:avLst>
          </a:prstGeom>
          <a:solidFill xmlns:a="http://schemas.openxmlformats.org/drawingml/2006/main">
            <a:srgbClr val="142337"/>
          </a:solidFill>
          <a:ln xmlns:a="http://schemas.openxmlformats.org/drawingml/2006/main" w="19050">
            <a:solidFill>
              <a:srgbClr val="D8B35E"/>
            </a:solidFill>
          </a:ln>
        </p:spPr>
      </p:sp>
      <p:sp>
        <p:nvSpPr>
          <p:cNvPr id="9" name="">
            <a:extLst xmlns:a="http://schemas.openxmlformats.org/drawingml/2006/main">
              <a:ext uri="{FF2B5EF4-FFF2-40B4-BE49-F238E27FC236}">
                <a16:creationId xmlns:a16="http://schemas.microsoft.com/office/drawing/2014/main" id="{93251980-D2FB-46A8-BF76-C42AFB932346}"/>
              </a:ext>
            </a:extLst>
          </p:cNvPr>
          <p:cNvSpPr>
            <a:spLocks xmlns:a="http://schemas.openxmlformats.org/drawingml/2006/main" noGrp="1"/>
          </p:cNvSpPr>
          <p:nvPr/>
        </p:nvSpPr>
        <p:spPr>
          <a:xfrm xmlns:a="http://schemas.openxmlformats.org/drawingml/2006/main">
            <a:off x="36576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구현</a:t>
            </a:r>
          </a:p>
        </p:txBody>
      </p:sp>
      <p:sp>
        <p:nvSpPr>
          <p:cNvPr id="10" name="">
            <a:extLst xmlns:a="http://schemas.openxmlformats.org/drawingml/2006/main">
              <a:ext uri="{FF2B5EF4-FFF2-40B4-BE49-F238E27FC236}">
                <a16:creationId xmlns:a16="http://schemas.microsoft.com/office/drawing/2014/main" id="{234B36AE-3554-4D95-97DC-FF88B481EF5A}"/>
              </a:ext>
            </a:extLst>
          </p:cNvPr>
          <p:cNvSpPr>
            <a:spLocks xmlns:a="http://schemas.openxmlformats.org/drawingml/2006/main" noGrp="1"/>
          </p:cNvSpPr>
          <p:nvPr/>
        </p:nvSpPr>
        <p:spPr>
          <a:xfrm xmlns:a="http://schemas.openxmlformats.org/drawingml/2006/main">
            <a:off x="36576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Codex</a:t>
            </a:r>
          </a:p>
        </p:txBody>
      </p:sp>
      <p:sp>
        <p:nvSpPr>
          <p:cNvPr id="11" name="">
            <a:extLst xmlns:a="http://schemas.openxmlformats.org/drawingml/2006/main">
              <a:ext uri="{FF2B5EF4-FFF2-40B4-BE49-F238E27FC236}">
                <a16:creationId xmlns:a16="http://schemas.microsoft.com/office/drawing/2014/main" id="{2CA31E3E-2812-4E2A-90DB-A9E8A8388034}"/>
              </a:ext>
            </a:extLst>
          </p:cNvPr>
          <p:cNvSpPr>
            <a:spLocks xmlns:a="http://schemas.openxmlformats.org/drawingml/2006/main" noGrp="1"/>
          </p:cNvSpPr>
          <p:nvPr/>
        </p:nvSpPr>
        <p:spPr>
          <a:xfrm xmlns:a="http://schemas.openxmlformats.org/drawingml/2006/main">
            <a:off x="57531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08047D8-AB36-42AE-8026-F42214A5954E}"/>
              </a:ext>
            </a:extLst>
          </p:cNvPr>
          <p:cNvSpPr>
            <a:spLocks xmlns:a="http://schemas.openxmlformats.org/drawingml/2006/main" noGrp="1"/>
          </p:cNvSpPr>
          <p:nvPr/>
        </p:nvSpPr>
        <p:spPr>
          <a:xfrm xmlns:a="http://schemas.openxmlformats.org/drawingml/2006/main">
            <a:off x="63055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3" name="">
            <a:extLst xmlns:a="http://schemas.openxmlformats.org/drawingml/2006/main">
              <a:ext uri="{FF2B5EF4-FFF2-40B4-BE49-F238E27FC236}">
                <a16:creationId xmlns:a16="http://schemas.microsoft.com/office/drawing/2014/main" id="{C1E3D5AA-9E06-4553-9906-09A8F9178FA7}"/>
              </a:ext>
            </a:extLst>
          </p:cNvPr>
          <p:cNvSpPr>
            <a:spLocks xmlns:a="http://schemas.openxmlformats.org/drawingml/2006/main" noGrp="1"/>
          </p:cNvSpPr>
          <p:nvPr/>
        </p:nvSpPr>
        <p:spPr>
          <a:xfrm xmlns:a="http://schemas.openxmlformats.org/drawingml/2006/main">
            <a:off x="64770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검증</a:t>
            </a:r>
          </a:p>
        </p:txBody>
      </p:sp>
      <p:sp>
        <p:nvSpPr>
          <p:cNvPr id="14" name="">
            <a:extLst xmlns:a="http://schemas.openxmlformats.org/drawingml/2006/main">
              <a:ext uri="{FF2B5EF4-FFF2-40B4-BE49-F238E27FC236}">
                <a16:creationId xmlns:a16="http://schemas.microsoft.com/office/drawing/2014/main" id="{1CA10A74-A18C-48D7-A919-155C9DB95122}"/>
              </a:ext>
            </a:extLst>
          </p:cNvPr>
          <p:cNvSpPr>
            <a:spLocks xmlns:a="http://schemas.openxmlformats.org/drawingml/2006/main" noGrp="1"/>
          </p:cNvSpPr>
          <p:nvPr/>
        </p:nvSpPr>
        <p:spPr>
          <a:xfrm xmlns:a="http://schemas.openxmlformats.org/drawingml/2006/main">
            <a:off x="64770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78DCE8"/>
                </a:solidFill>
                <a:latin typeface="Noto Sans KR"/>
                <a:ea typeface="Noto Sans KR"/>
                <a:cs typeface="Noto Sans KR"/>
              </a:defRPr>
            </a:pPr>
            <a:r>
              <a:rPr sz="975" b="1">
                <a:solidFill>
                  <a:srgbClr val="78DCE8"/>
                </a:solidFill>
                <a:latin typeface="Noto Sans KR"/>
                <a:ea typeface="Noto Sans KR"/>
                <a:cs typeface="Noto Sans KR"/>
              </a:rPr>
              <a:t>25개 테스트</a:t>
            </a:r>
          </a:p>
        </p:txBody>
      </p:sp>
      <p:sp>
        <p:nvSpPr>
          <p:cNvPr id="15" name="">
            <a:extLst xmlns:a="http://schemas.openxmlformats.org/drawingml/2006/main">
              <a:ext uri="{FF2B5EF4-FFF2-40B4-BE49-F238E27FC236}">
                <a16:creationId xmlns:a16="http://schemas.microsoft.com/office/drawing/2014/main" id="{5725969E-D170-4AF2-A469-143B96FC087C}"/>
              </a:ext>
            </a:extLst>
          </p:cNvPr>
          <p:cNvSpPr>
            <a:spLocks xmlns:a="http://schemas.openxmlformats.org/drawingml/2006/main" noGrp="1"/>
          </p:cNvSpPr>
          <p:nvPr/>
        </p:nvSpPr>
        <p:spPr>
          <a:xfrm xmlns:a="http://schemas.openxmlformats.org/drawingml/2006/main">
            <a:off x="8572500" y="2114550"/>
            <a:ext cx="552450" cy="19050"/>
          </a:xfrm>
          <a:prstGeom xmlns:a="http://schemas.openxmlformats.org/drawingml/2006/main" prst="rect">
            <a:avLst/>
          </a:prstGeom>
          <a:solidFill xmlns:a="http://schemas.openxmlformats.org/drawingml/2006/main">
            <a:srgbClr val="D8B35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69B1828-6F6F-43A9-92F6-6B7CA485BD4A}"/>
              </a:ext>
            </a:extLst>
          </p:cNvPr>
          <p:cNvSpPr>
            <a:spLocks xmlns:a="http://schemas.openxmlformats.org/drawingml/2006/main" noGrp="1"/>
          </p:cNvSpPr>
          <p:nvPr/>
        </p:nvSpPr>
        <p:spPr>
          <a:xfrm xmlns:a="http://schemas.openxmlformats.org/drawingml/2006/main">
            <a:off x="9124950" y="1657350"/>
            <a:ext cx="2266950" cy="933450"/>
          </a:xfrm>
          <a:prstGeom xmlns:a="http://schemas.openxmlformats.org/drawingml/2006/main" prst="roundRect">
            <a:avLst>
              <a:gd name="adj" fmla="val 12245"/>
            </a:avLst>
          </a:prstGeom>
          <a:solidFill xmlns:a="http://schemas.openxmlformats.org/drawingml/2006/main">
            <a:srgbClr val="0E1B2B"/>
          </a:solidFill>
          <a:ln xmlns:a="http://schemas.openxmlformats.org/drawingml/2006/main" w="19050">
            <a:solidFill>
              <a:srgbClr val="2C4057"/>
            </a:solidFill>
          </a:ln>
        </p:spPr>
      </p:sp>
      <p:sp>
        <p:nvSpPr>
          <p:cNvPr id="17" name="">
            <a:extLst xmlns:a="http://schemas.openxmlformats.org/drawingml/2006/main">
              <a:ext uri="{FF2B5EF4-FFF2-40B4-BE49-F238E27FC236}">
                <a16:creationId xmlns:a16="http://schemas.microsoft.com/office/drawing/2014/main" id="{FDFECAC9-D748-4142-9668-E482FF707A5C}"/>
              </a:ext>
            </a:extLst>
          </p:cNvPr>
          <p:cNvSpPr>
            <a:spLocks xmlns:a="http://schemas.openxmlformats.org/drawingml/2006/main" noGrp="1"/>
          </p:cNvSpPr>
          <p:nvPr/>
        </p:nvSpPr>
        <p:spPr>
          <a:xfrm xmlns:a="http://schemas.openxmlformats.org/drawingml/2006/main">
            <a:off x="9296400" y="1828800"/>
            <a:ext cx="190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555"/>
          </a:bodyPr>
          <a:lstStyle xmlns:a="http://schemas.openxmlformats.org/drawingml/2006/main"/>
          <a:p xmlns:a="http://schemas.openxmlformats.org/drawingml/2006/main">
            <a:pPr algn="l">
              <a:defRPr sz="1350" b="1">
                <a:solidFill>
                  <a:srgbClr val="F5F1E8"/>
                </a:solidFill>
                <a:latin typeface="Noto Sans KR"/>
                <a:ea typeface="Noto Sans KR"/>
                <a:cs typeface="Noto Sans KR"/>
              </a:defRPr>
            </a:pPr>
            <a:r>
              <a:rPr sz="1350" b="1">
                <a:solidFill>
                  <a:srgbClr val="F5F1E8"/>
                </a:solidFill>
                <a:latin typeface="Noto Sans KR"/>
                <a:ea typeface="Noto Sans KR"/>
                <a:cs typeface="Noto Sans KR"/>
              </a:rPr>
              <a:t>공유</a:t>
            </a:r>
          </a:p>
        </p:txBody>
      </p:sp>
      <p:sp>
        <p:nvSpPr>
          <p:cNvPr id="18" name="">
            <a:extLst xmlns:a="http://schemas.openxmlformats.org/drawingml/2006/main">
              <a:ext uri="{FF2B5EF4-FFF2-40B4-BE49-F238E27FC236}">
                <a16:creationId xmlns:a16="http://schemas.microsoft.com/office/drawing/2014/main" id="{28E95375-272D-4A73-913E-B40D4EE184D0}"/>
              </a:ext>
            </a:extLst>
          </p:cNvPr>
          <p:cNvSpPr>
            <a:spLocks xmlns:a="http://schemas.openxmlformats.org/drawingml/2006/main" noGrp="1"/>
          </p:cNvSpPr>
          <p:nvPr/>
        </p:nvSpPr>
        <p:spPr>
          <a:xfrm xmlns:a="http://schemas.openxmlformats.org/drawingml/2006/main">
            <a:off x="9296400" y="2190750"/>
            <a:ext cx="190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9487"/>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GitHub / Vercel</a:t>
            </a:r>
          </a:p>
        </p:txBody>
      </p:sp>
      <p:sp>
        <p:nvSpPr>
          <p:cNvPr id="19" name="">
            <a:extLst xmlns:a="http://schemas.openxmlformats.org/drawingml/2006/main">
              <a:ext uri="{FF2B5EF4-FFF2-40B4-BE49-F238E27FC236}">
                <a16:creationId xmlns:a16="http://schemas.microsoft.com/office/drawing/2014/main" id="{2B632788-3020-4207-ACBD-5F519024A144}"/>
              </a:ext>
            </a:extLst>
          </p:cNvPr>
          <p:cNvSpPr>
            <a:spLocks xmlns:a="http://schemas.openxmlformats.org/drawingml/2006/main" noGrp="1"/>
          </p:cNvSpPr>
          <p:nvPr/>
        </p:nvSpPr>
        <p:spPr>
          <a:xfrm xmlns:a="http://schemas.openxmlformats.org/drawingml/2006/main">
            <a:off x="666750" y="3086100"/>
            <a:ext cx="7239000" cy="2514600"/>
          </a:xfrm>
          <a:prstGeom xmlns:a="http://schemas.openxmlformats.org/drawingml/2006/main" prst="roundRect">
            <a:avLst>
              <a:gd name="adj" fmla="val 5303"/>
            </a:avLst>
          </a:prstGeom>
          <a:solidFill xmlns:a="http://schemas.openxmlformats.org/drawingml/2006/main">
            <a:srgbClr val="142337"/>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05C650E-1CC9-4E18-B362-FC0C32BB01DE}"/>
              </a:ext>
            </a:extLst>
          </p:cNvPr>
          <p:cNvSpPr>
            <a:spLocks xmlns:a="http://schemas.openxmlformats.org/drawingml/2006/main" noGrp="1"/>
          </p:cNvSpPr>
          <p:nvPr/>
        </p:nvSpPr>
        <p:spPr>
          <a:xfrm xmlns:a="http://schemas.openxmlformats.org/drawingml/2006/main">
            <a:off x="914400" y="333375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E07A6F"/>
                </a:solidFill>
                <a:latin typeface="Noto Sans KR"/>
                <a:ea typeface="Noto Sans KR"/>
                <a:cs typeface="Noto Sans KR"/>
              </a:defRPr>
            </a:pPr>
            <a:r>
              <a:rPr sz="1050" b="1">
                <a:solidFill>
                  <a:srgbClr val="E07A6F"/>
                </a:solidFill>
                <a:latin typeface="Noto Sans KR"/>
                <a:ea typeface="Noto Sans KR"/>
                <a:cs typeface="Noto Sans KR"/>
              </a:rPr>
              <a:t>해결한 대표 오류</a:t>
            </a:r>
          </a:p>
        </p:txBody>
      </p:sp>
      <p:sp>
        <p:nvSpPr>
          <p:cNvPr id="21" name="">
            <a:extLst xmlns:a="http://schemas.openxmlformats.org/drawingml/2006/main">
              <a:ext uri="{FF2B5EF4-FFF2-40B4-BE49-F238E27FC236}">
                <a16:creationId xmlns:a16="http://schemas.microsoft.com/office/drawing/2014/main" id="{F66D1758-8CDE-4F23-BB3A-1F984BB6A6BE}"/>
              </a:ext>
            </a:extLst>
          </p:cNvPr>
          <p:cNvSpPr>
            <a:spLocks xmlns:a="http://schemas.openxmlformats.org/drawingml/2006/main" noGrp="1"/>
          </p:cNvSpPr>
          <p:nvPr/>
        </p:nvSpPr>
        <p:spPr>
          <a:xfrm xmlns:a="http://schemas.openxmlformats.org/drawingml/2006/main">
            <a:off x="914400" y="3714750"/>
            <a:ext cx="647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8611"/>
          </a:bodyPr>
          <a:lstStyle xmlns:a="http://schemas.openxmlformats.org/drawingml/2006/main"/>
          <a:p xmlns:a="http://schemas.openxmlformats.org/drawingml/2006/main">
            <a:pPr algn="l">
              <a:defRPr sz="1800" b="1">
                <a:solidFill>
                  <a:srgbClr val="F5F1E8"/>
                </a:solidFill>
                <a:latin typeface="Noto Sans KR"/>
                <a:ea typeface="Noto Sans KR"/>
                <a:cs typeface="Noto Sans KR"/>
              </a:defRPr>
            </a:pPr>
            <a:r>
              <a:rPr sz="1800" b="1">
                <a:solidFill>
                  <a:srgbClr val="F5F1E8"/>
                </a:solidFill>
                <a:latin typeface="Noto Sans KR"/>
                <a:ea typeface="Noto Sans KR"/>
                <a:cs typeface="Noto Sans KR"/>
              </a:rPr>
              <a:t>Vercel이 public 폴더를 찾지 못해 배포 실패</a:t>
            </a:r>
          </a:p>
        </p:txBody>
      </p:sp>
      <p:sp>
        <p:nvSpPr>
          <p:cNvPr id="22" name="">
            <a:extLst xmlns:a="http://schemas.openxmlformats.org/drawingml/2006/main">
              <a:ext uri="{FF2B5EF4-FFF2-40B4-BE49-F238E27FC236}">
                <a16:creationId xmlns:a16="http://schemas.microsoft.com/office/drawing/2014/main" id="{151440BE-CDE2-47FA-9E53-36F12F146482}"/>
              </a:ext>
            </a:extLst>
          </p:cNvPr>
          <p:cNvSpPr>
            <a:spLocks xmlns:a="http://schemas.openxmlformats.org/drawingml/2006/main" noGrp="1"/>
          </p:cNvSpPr>
          <p:nvPr/>
        </p:nvSpPr>
        <p:spPr>
          <a:xfrm xmlns:a="http://schemas.openxmlformats.org/drawingml/2006/main">
            <a:off x="914400" y="43053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1. 오류 메시지와 빌드 결과 확인</a:t>
            </a:r>
          </a:p>
        </p:txBody>
      </p:sp>
      <p:sp>
        <p:nvSpPr>
          <p:cNvPr id="23" name="">
            <a:extLst xmlns:a="http://schemas.openxmlformats.org/drawingml/2006/main">
              <a:ext uri="{FF2B5EF4-FFF2-40B4-BE49-F238E27FC236}">
                <a16:creationId xmlns:a16="http://schemas.microsoft.com/office/drawing/2014/main" id="{41CA3914-A56F-472E-BBA8-D68E4A4D51C4}"/>
              </a:ext>
            </a:extLst>
          </p:cNvPr>
          <p:cNvSpPr>
            <a:spLocks xmlns:a="http://schemas.openxmlformats.org/drawingml/2006/main" noGrp="1"/>
          </p:cNvSpPr>
          <p:nvPr/>
        </p:nvSpPr>
        <p:spPr>
          <a:xfrm xmlns:a="http://schemas.openxmlformats.org/drawingml/2006/main">
            <a:off x="914400" y="4648200"/>
            <a:ext cx="323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0">
                <a:solidFill>
                  <a:srgbClr val="A9B7C7"/>
                </a:solidFill>
                <a:latin typeface="Noto Sans KR"/>
                <a:ea typeface="Noto Sans KR"/>
                <a:cs typeface="Noto Sans KR"/>
              </a:defRPr>
            </a:pPr>
            <a:r>
              <a:rPr sz="1125" b="0">
                <a:solidFill>
                  <a:srgbClr val="A9B7C7"/>
                </a:solidFill>
                <a:latin typeface="Noto Sans KR"/>
                <a:ea typeface="Noto Sans KR"/>
                <a:cs typeface="Noto Sans KR"/>
              </a:rPr>
              <a:t>2. 실제 출력 폴더가 dist임을 확인</a:t>
            </a:r>
          </a:p>
        </p:txBody>
      </p:sp>
      <p:sp>
        <p:nvSpPr>
          <p:cNvPr id="24" name="">
            <a:extLst xmlns:a="http://schemas.openxmlformats.org/drawingml/2006/main">
              <a:ext uri="{FF2B5EF4-FFF2-40B4-BE49-F238E27FC236}">
                <a16:creationId xmlns:a16="http://schemas.microsoft.com/office/drawing/2014/main" id="{D6A3EEA7-1200-42F3-93D9-93FB33509E88}"/>
              </a:ext>
            </a:extLst>
          </p:cNvPr>
          <p:cNvSpPr>
            <a:spLocks xmlns:a="http://schemas.openxmlformats.org/drawingml/2006/main" noGrp="1"/>
          </p:cNvSpPr>
          <p:nvPr/>
        </p:nvSpPr>
        <p:spPr>
          <a:xfrm xmlns:a="http://schemas.openxmlformats.org/drawingml/2006/main">
            <a:off x="914400" y="4991100"/>
            <a:ext cx="619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556"/>
          </a:bodyPr>
          <a:lstStyle xmlns:a="http://schemas.openxmlformats.org/drawingml/2006/main"/>
          <a:p xmlns:a="http://schemas.openxmlformats.org/drawingml/2006/main">
            <a:pPr algn="l">
              <a:defRPr sz="1125" b="1">
                <a:solidFill>
                  <a:srgbClr val="78DCE8"/>
                </a:solidFill>
                <a:latin typeface="Noto Sans KR"/>
                <a:ea typeface="Noto Sans KR"/>
                <a:cs typeface="Noto Sans KR"/>
              </a:defRPr>
            </a:pPr>
            <a:r>
              <a:rPr sz="1125" b="1">
                <a:solidFill>
                  <a:srgbClr val="78DCE8"/>
                </a:solidFill>
                <a:latin typeface="Noto Sans KR"/>
                <a:ea typeface="Noto Sans KR"/>
                <a:cs typeface="Noto Sans KR"/>
              </a:rPr>
              <a:t>3. vercel.json의 outputDirectory를 dist로 수정</a:t>
            </a:r>
          </a:p>
        </p:txBody>
      </p:sp>
      <p:sp>
        <p:nvSpPr>
          <p:cNvPr id="25" name="">
            <a:extLst xmlns:a="http://schemas.openxmlformats.org/drawingml/2006/main">
              <a:ext uri="{FF2B5EF4-FFF2-40B4-BE49-F238E27FC236}">
                <a16:creationId xmlns:a16="http://schemas.microsoft.com/office/drawing/2014/main" id="{0182D0E5-FEC6-4EFE-A601-C9FB20D6F409}"/>
              </a:ext>
            </a:extLst>
          </p:cNvPr>
          <p:cNvSpPr>
            <a:spLocks xmlns:a="http://schemas.openxmlformats.org/drawingml/2006/main" noGrp="1"/>
          </p:cNvSpPr>
          <p:nvPr/>
        </p:nvSpPr>
        <p:spPr>
          <a:xfrm xmlns:a="http://schemas.openxmlformats.org/drawingml/2006/main">
            <a:off x="8172450" y="3086100"/>
            <a:ext cx="3390900" cy="2514600"/>
          </a:xfrm>
          <a:prstGeom xmlns:a="http://schemas.openxmlformats.org/drawingml/2006/main" prst="roundRect">
            <a:avLst>
              <a:gd name="adj" fmla="val 5303"/>
            </a:avLst>
          </a:prstGeom>
          <a:solidFill xmlns:a="http://schemas.openxmlformats.org/drawingml/2006/main">
            <a:srgbClr val="0E1B2B"/>
          </a:solidFill>
          <a:ln xmlns:a="http://schemas.openxmlformats.org/drawingml/2006/main" w="0">
            <a:noFill/>
          </a:ln>
        </p:spPr>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b597641cad45405c"/>
          <a:stretch xmlns:a="http://schemas.openxmlformats.org/drawingml/2006/main"/>
        </p:blipFill>
        <p:spPr>
          <a:xfrm xmlns:a="http://schemas.openxmlformats.org/drawingml/2006/main">
            <a:off x="8458200" y="3333750"/>
            <a:ext cx="952500" cy="952500"/>
          </a:xfrm>
          <a:prstGeom xmlns:a="http://schemas.openxmlformats.org/drawingml/2006/main" prst="rect">
            <a:avLst/>
          </a:prstGeom>
        </p:spPr>
      </p:pic>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2b622edf58c34765"/>
          <a:stretch xmlns:a="http://schemas.openxmlformats.org/drawingml/2006/main"/>
        </p:blipFill>
        <p:spPr>
          <a:xfrm xmlns:a="http://schemas.openxmlformats.org/drawingml/2006/main">
            <a:off x="9791700" y="3333750"/>
            <a:ext cx="952500" cy="952500"/>
          </a:xfrm>
          <a:prstGeom xmlns:a="http://schemas.openxmlformats.org/drawingml/2006/main" prst="rect">
            <a:avLst/>
          </a:prstGeom>
        </p:spPr>
      </p:pic>
      <p:sp>
        <p:nvSpPr>
          <p:cNvPr id="28" name="">
            <a:extLst xmlns:a="http://schemas.openxmlformats.org/drawingml/2006/main">
              <a:ext uri="{FF2B5EF4-FFF2-40B4-BE49-F238E27FC236}">
                <a16:creationId xmlns:a16="http://schemas.microsoft.com/office/drawing/2014/main" id="{56E94527-11CC-4D5D-96FF-B5FD30BE7E2F}"/>
              </a:ext>
            </a:extLst>
          </p:cNvPr>
          <p:cNvSpPr>
            <a:spLocks xmlns:a="http://schemas.openxmlformats.org/drawingml/2006/main" noGrp="1"/>
          </p:cNvSpPr>
          <p:nvPr/>
        </p:nvSpPr>
        <p:spPr>
          <a:xfrm xmlns:a="http://schemas.openxmlformats.org/drawingml/2006/main">
            <a:off x="8439150" y="4495800"/>
            <a:ext cx="257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4848"/>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이미지 16개</a:t>
            </a:r>
          </a:p>
        </p:txBody>
      </p:sp>
      <p:sp>
        <p:nvSpPr>
          <p:cNvPr id="29" name="">
            <a:extLst xmlns:a="http://schemas.openxmlformats.org/drawingml/2006/main">
              <a:ext uri="{FF2B5EF4-FFF2-40B4-BE49-F238E27FC236}">
                <a16:creationId xmlns:a16="http://schemas.microsoft.com/office/drawing/2014/main" id="{D558C9B6-F101-41FE-B4AB-22DE5B2686E7}"/>
              </a:ext>
            </a:extLst>
          </p:cNvPr>
          <p:cNvSpPr>
            <a:spLocks xmlns:a="http://schemas.openxmlformats.org/drawingml/2006/main" noGrp="1"/>
          </p:cNvSpPr>
          <p:nvPr/>
        </p:nvSpPr>
        <p:spPr>
          <a:xfrm xmlns:a="http://schemas.openxmlformats.org/drawingml/2006/main">
            <a:off x="8439150" y="49149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5833"/>
          </a:bodyPr>
          <a:lstStyle xmlns:a="http://schemas.openxmlformats.org/drawingml/2006/main"/>
          <a:p xmlns:a="http://schemas.openxmlformats.org/drawingml/2006/main">
            <a:pPr algn="l">
              <a:defRPr sz="1200" b="1">
                <a:solidFill>
                  <a:srgbClr val="78DCE8"/>
                </a:solidFill>
                <a:latin typeface="Noto Sans KR"/>
                <a:ea typeface="Noto Sans KR"/>
                <a:cs typeface="Noto Sans KR"/>
              </a:defRPr>
            </a:pPr>
            <a:r>
              <a:rPr sz="1200" b="1">
                <a:solidFill>
                  <a:srgbClr val="78DCE8"/>
                </a:solidFill>
                <a:latin typeface="Noto Sans KR"/>
                <a:ea typeface="Noto Sans KR"/>
                <a:cs typeface="Noto Sans KR"/>
              </a:rPr>
              <a:t>배경음 7 · 효과음 22</a:t>
            </a:r>
          </a:p>
        </p:txBody>
      </p:sp>
      <p:sp>
        <p:nvSpPr>
          <p:cNvPr id="30" name="">
            <a:extLst xmlns:a="http://schemas.openxmlformats.org/drawingml/2006/main">
              <a:ext uri="{FF2B5EF4-FFF2-40B4-BE49-F238E27FC236}">
                <a16:creationId xmlns:a16="http://schemas.microsoft.com/office/drawing/2014/main" id="{AB42EB68-9F1B-4980-B46C-A0489FE73D45}"/>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04</a:t>
            </a:r>
          </a:p>
        </p:txBody>
      </p:sp>
    </p:spTree>
    <p:extLst>
      <p:ext uri="{BB962C8B-B14F-4D97-AF65-F5344CB8AC3E}">
        <p14:creationId xmlns:p14="http://schemas.microsoft.com/office/powerpoint/2010/main" val="494150427"/>
      </p:ext>
    </p:extLst>
  </p:cSld>
</p:sld>
</file>

<file path=ppt/slides/slide5.xml><?xml version="1.0" encoding="utf-8"?>
<p:sld xmlns:p="http://schemas.openxmlformats.org/presentationml/2006/main">
  <p:cSld>
    <p:bg>
      <p:bgPr>
        <a:solidFill xmlns:a="http://schemas.openxmlformats.org/drawingml/2006/main">
          <a:srgbClr val="07121F"/>
        </a:solidFill>
      </p:bgPr>
    </p:bg>
    <p:spTree>
      <p:nvGrpSpPr>
        <p:cNvPr id="1" name=""/>
        <p:cNvGrpSpPr/>
        <p:nvPr/>
      </p:nvGrpSpPr>
      <p:grpSpPr>
        <a:xfrm xmlns:a="http://schemas.openxmlformats.org/drawingml/2006/main"/>
      </p:grpSpPr>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88b68c926bd4414"/>
          <a:srcRect xmlns:a="http://schemas.openxmlformats.org/drawingml/2006/main" l="0" t="14317" r="0" b="1431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B40EE1B-215E-4E0D-A472-5BBA74EC4DF2}"/>
              </a:ext>
            </a:extLst>
          </p:cNvPr>
          <p:cNvSpPr>
            <a:spLocks xmlns:a="http://schemas.openxmlformats.org/drawingml/2006/main" noGrp="1"/>
          </p:cNvSpPr>
          <p:nvPr/>
        </p:nvSpPr>
        <p:spPr>
          <a:xfrm xmlns:a="http://schemas.openxmlformats.org/drawingml/2006/main">
            <a:off x="0" y="0"/>
            <a:ext cx="6705600" cy="6858000"/>
          </a:xfrm>
          <a:prstGeom xmlns:a="http://schemas.openxmlformats.org/drawingml/2006/main" prst="rect">
            <a:avLst/>
          </a:prstGeom>
          <a:solidFill xmlns:a="http://schemas.openxmlformats.org/drawingml/2006/main">
            <a:srgbClr val="07121F"/>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9A670558-01D3-46FF-B195-48A4BECF073E}"/>
              </a:ext>
            </a:extLst>
          </p:cNvPr>
          <p:cNvSpPr>
            <a:spLocks xmlns:a="http://schemas.openxmlformats.org/drawingml/2006/main" noGrp="1"/>
          </p:cNvSpPr>
          <p:nvPr/>
        </p:nvSpPr>
        <p:spPr>
          <a:xfrm xmlns:a="http://schemas.openxmlformats.org/drawingml/2006/main">
            <a:off x="685800" y="552450"/>
            <a:ext cx="304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lgn="l">
              <a:defRPr sz="975" b="1">
                <a:solidFill>
                  <a:srgbClr val="D8B35E"/>
                </a:solidFill>
                <a:latin typeface="Noto Sans KR"/>
                <a:ea typeface="Noto Sans KR"/>
                <a:cs typeface="Noto Sans KR"/>
              </a:defRPr>
            </a:pPr>
            <a:r>
              <a:rPr sz="975" b="1">
                <a:solidFill>
                  <a:srgbClr val="D8B35E"/>
                </a:solidFill>
                <a:latin typeface="Noto Sans KR"/>
                <a:ea typeface="Noto Sans KR"/>
                <a:cs typeface="Noto Sans KR"/>
              </a:rPr>
              <a:t>결과와 다음 단계</a:t>
            </a:r>
          </a:p>
        </p:txBody>
      </p:sp>
      <p:sp>
        <p:nvSpPr>
          <p:cNvPr id="4" name="">
            <a:extLst xmlns:a="http://schemas.openxmlformats.org/drawingml/2006/main">
              <a:ext uri="{FF2B5EF4-FFF2-40B4-BE49-F238E27FC236}">
                <a16:creationId xmlns:a16="http://schemas.microsoft.com/office/drawing/2014/main" id="{FA469A6E-805E-49C1-9030-AE75644EFBD8}"/>
              </a:ext>
            </a:extLst>
          </p:cNvPr>
          <p:cNvSpPr>
            <a:spLocks xmlns:a="http://schemas.openxmlformats.org/drawingml/2006/main" noGrp="1"/>
          </p:cNvSpPr>
          <p:nvPr/>
        </p:nvSpPr>
        <p:spPr>
          <a:xfrm xmlns:a="http://schemas.openxmlformats.org/drawingml/2006/main">
            <a:off x="685800" y="914400"/>
            <a:ext cx="533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625" b="1">
                <a:solidFill>
                  <a:srgbClr val="F5F1E8"/>
                </a:solidFill>
                <a:latin typeface="Noto Sans KR"/>
                <a:ea typeface="Noto Sans KR"/>
                <a:cs typeface="Noto Sans KR"/>
              </a:defRPr>
            </a:pPr>
            <a:r>
              <a:rPr sz="2625" b="1">
                <a:solidFill>
                  <a:srgbClr val="F5F1E8"/>
                </a:solidFill>
                <a:latin typeface="Noto Sans KR"/>
                <a:ea typeface="Noto Sans KR"/>
                <a:cs typeface="Noto Sans KR"/>
              </a:rPr>
              <a:t>지금 바로 플레이할 수 있습니다</a:t>
            </a:r>
          </a:p>
        </p:txBody>
      </p:sp>
      <p:sp>
        <p:nvSpPr>
          <p:cNvPr id="5" name="">
            <a:extLst xmlns:a="http://schemas.openxmlformats.org/drawingml/2006/main">
              <a:ext uri="{FF2B5EF4-FFF2-40B4-BE49-F238E27FC236}">
                <a16:creationId xmlns:a16="http://schemas.microsoft.com/office/drawing/2014/main" id="{37555025-969A-4416-8845-5E7521AE83E1}"/>
              </a:ext>
            </a:extLst>
          </p:cNvPr>
          <p:cNvSpPr>
            <a:spLocks xmlns:a="http://schemas.openxmlformats.org/drawingml/2006/main" noGrp="1"/>
          </p:cNvSpPr>
          <p:nvPr/>
        </p:nvSpPr>
        <p:spPr>
          <a:xfrm xmlns:a="http://schemas.openxmlformats.org/drawingml/2006/main">
            <a:off x="685800" y="1657350"/>
            <a:ext cx="5257800" cy="1257300"/>
          </a:xfrm>
          <a:prstGeom xmlns:a="http://schemas.openxmlformats.org/drawingml/2006/main" prst="roundRect">
            <a:avLst>
              <a:gd name="adj" fmla="val 9091"/>
            </a:avLst>
          </a:prstGeom>
          <a:solidFill xmlns:a="http://schemas.openxmlformats.org/drawingml/2006/main">
            <a:srgbClr val="142337"/>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D9A40AC-EC62-4F20-8F96-D0071A182153}"/>
              </a:ext>
            </a:extLst>
          </p:cNvPr>
          <p:cNvSpPr>
            <a:spLocks xmlns:a="http://schemas.openxmlformats.org/drawingml/2006/main" noGrp="1"/>
          </p:cNvSpPr>
          <p:nvPr/>
        </p:nvSpPr>
        <p:spPr>
          <a:xfrm xmlns:a="http://schemas.openxmlformats.org/drawingml/2006/main">
            <a:off x="914400" y="1885950"/>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6111"/>
          </a:bodyPr>
          <a:lstStyle xmlns:a="http://schemas.openxmlformats.org/drawingml/2006/main"/>
          <a:p xmlns:a="http://schemas.openxmlformats.org/drawingml/2006/main">
            <a:pPr algn="l">
              <a:defRPr sz="900" b="1">
                <a:solidFill>
                  <a:srgbClr val="D8B35E"/>
                </a:solidFill>
                <a:latin typeface="Noto Sans KR"/>
                <a:ea typeface="Noto Sans KR"/>
                <a:cs typeface="Noto Sans KR"/>
              </a:defRPr>
            </a:pPr>
            <a:r>
              <a:rPr sz="900" b="1">
                <a:solidFill>
                  <a:srgbClr val="D8B35E"/>
                </a:solidFill>
                <a:latin typeface="Noto Sans KR"/>
                <a:ea typeface="Noto Sans KR"/>
                <a:cs typeface="Noto Sans KR"/>
              </a:rPr>
              <a:t>GAME</a:t>
            </a:r>
          </a:p>
        </p:txBody>
      </p:sp>
      <p:sp>
        <p:nvSpPr>
          <p:cNvPr id="7" name="">
            <a:extLst xmlns:a="http://schemas.openxmlformats.org/drawingml/2006/main">
              <a:ext uri="{FF2B5EF4-FFF2-40B4-BE49-F238E27FC236}">
                <a16:creationId xmlns:a16="http://schemas.microsoft.com/office/drawing/2014/main" id="{ED50A145-4D09-4667-B359-EB22EB6425CA}"/>
              </a:ext>
            </a:extLst>
          </p:cNvPr>
          <p:cNvSpPr>
            <a:spLocks xmlns:a="http://schemas.openxmlformats.org/drawingml/2006/main" noGrp="1"/>
          </p:cNvSpPr>
          <p:nvPr/>
        </p:nvSpPr>
        <p:spPr>
          <a:xfrm xmlns:a="http://schemas.openxmlformats.org/drawingml/2006/main">
            <a:off x="914400" y="2190750"/>
            <a:ext cx="457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l">
              <a:defRPr sz="1425" b="1">
                <a:solidFill>
                  <a:srgbClr val="78DCE8"/>
                </a:solidFill>
                <a:latin typeface="Noto Sans KR"/>
                <a:ea typeface="Noto Sans KR"/>
                <a:cs typeface="Noto Sans KR"/>
              </a:defRPr>
            </a:pPr>
            <a:r>
              <a:rPr sz="1425" b="1">
                <a:solidFill>
                  <a:srgbClr val="78DCE8"/>
                </a:solidFill>
                <a:latin typeface="Noto Sans KR"/>
                <a:ea typeface="Noto Sans KR"/>
                <a:cs typeface="Noto Sans KR"/>
              </a:rPr>
              <a:t>rewind-tower.vercel.app</a:t>
            </a:r>
          </a:p>
        </p:txBody>
      </p:sp>
      <p:sp>
        <p:nvSpPr>
          <p:cNvPr id="8" name="">
            <a:extLst xmlns:a="http://schemas.openxmlformats.org/drawingml/2006/main">
              <a:ext uri="{FF2B5EF4-FFF2-40B4-BE49-F238E27FC236}">
                <a16:creationId xmlns:a16="http://schemas.microsoft.com/office/drawing/2014/main" id="{23B51D45-4875-49AC-9B81-CDB4A0130416}"/>
              </a:ext>
            </a:extLst>
          </p:cNvPr>
          <p:cNvSpPr>
            <a:spLocks xmlns:a="http://schemas.openxmlformats.org/drawingml/2006/main" noGrp="1"/>
          </p:cNvSpPr>
          <p:nvPr/>
        </p:nvSpPr>
        <p:spPr>
          <a:xfrm xmlns:a="http://schemas.openxmlformats.org/drawingml/2006/main">
            <a:off x="914400" y="2552700"/>
            <a:ext cx="685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8788"/>
          </a:bodyPr>
          <a:lstStyle xmlns:a="http://schemas.openxmlformats.org/drawingml/2006/main"/>
          <a:p xmlns:a="http://schemas.openxmlformats.org/drawingml/2006/main">
            <a:pPr algn="l">
              <a:defRPr sz="825" b="1">
                <a:solidFill>
                  <a:srgbClr val="D8B35E"/>
                </a:solidFill>
                <a:latin typeface="Noto Sans KR"/>
                <a:ea typeface="Noto Sans KR"/>
                <a:cs typeface="Noto Sans KR"/>
              </a:defRPr>
            </a:pPr>
            <a:r>
              <a:rPr sz="825" b="1">
                <a:solidFill>
                  <a:srgbClr val="D8B35E"/>
                </a:solidFill>
                <a:latin typeface="Noto Sans KR"/>
                <a:ea typeface="Noto Sans KR"/>
                <a:cs typeface="Noto Sans KR"/>
              </a:rPr>
              <a:t>SOURCE</a:t>
            </a:r>
          </a:p>
        </p:txBody>
      </p:sp>
      <p:sp>
        <p:nvSpPr>
          <p:cNvPr id="9" name="">
            <a:extLst xmlns:a="http://schemas.openxmlformats.org/drawingml/2006/main">
              <a:ext uri="{FF2B5EF4-FFF2-40B4-BE49-F238E27FC236}">
                <a16:creationId xmlns:a16="http://schemas.microsoft.com/office/drawing/2014/main" id="{BC164F00-E115-49CE-81BF-B3BC05491ABE}"/>
              </a:ext>
            </a:extLst>
          </p:cNvPr>
          <p:cNvSpPr>
            <a:spLocks xmlns:a="http://schemas.openxmlformats.org/drawingml/2006/main" noGrp="1"/>
          </p:cNvSpPr>
          <p:nvPr/>
        </p:nvSpPr>
        <p:spPr>
          <a:xfrm xmlns:a="http://schemas.openxmlformats.org/drawingml/2006/main">
            <a:off x="1676400" y="2552700"/>
            <a:ext cx="3810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l">
              <a:defRPr sz="900" b="0">
                <a:solidFill>
                  <a:srgbClr val="A9B7C7"/>
                </a:solidFill>
                <a:latin typeface="Noto Sans KR"/>
                <a:ea typeface="Noto Sans KR"/>
                <a:cs typeface="Noto Sans KR"/>
              </a:defRPr>
            </a:pPr>
            <a:r>
              <a:rPr sz="900" b="0">
                <a:solidFill>
                  <a:srgbClr val="A9B7C7"/>
                </a:solidFill>
                <a:latin typeface="Noto Sans KR"/>
                <a:ea typeface="Noto Sans KR"/>
                <a:cs typeface="Noto Sans KR"/>
              </a:rPr>
              <a:t>github.com/sonyeowoon/Rewind-Tower</a:t>
            </a:r>
          </a:p>
        </p:txBody>
      </p:sp>
      <p:sp>
        <p:nvSpPr>
          <p:cNvPr id="10" name="">
            <a:extLst xmlns:a="http://schemas.openxmlformats.org/drawingml/2006/main">
              <a:ext uri="{FF2B5EF4-FFF2-40B4-BE49-F238E27FC236}">
                <a16:creationId xmlns:a16="http://schemas.microsoft.com/office/drawing/2014/main" id="{2E437FC7-E7B5-4995-8153-950BFE7E3BEB}"/>
              </a:ext>
            </a:extLst>
          </p:cNvPr>
          <p:cNvSpPr>
            <a:spLocks xmlns:a="http://schemas.openxmlformats.org/drawingml/2006/main" noGrp="1"/>
          </p:cNvSpPr>
          <p:nvPr/>
        </p:nvSpPr>
        <p:spPr>
          <a:xfrm xmlns:a="http://schemas.openxmlformats.org/drawingml/2006/main">
            <a:off x="685800" y="3429000"/>
            <a:ext cx="3048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1667"/>
          </a:bodyPr>
          <a:lstStyle xmlns:a="http://schemas.openxmlformats.org/drawingml/2006/main"/>
          <a:p xmlns:a="http://schemas.openxmlformats.org/drawingml/2006/main">
            <a:pPr algn="l">
              <a:defRPr sz="1050" b="1">
                <a:solidFill>
                  <a:srgbClr val="D8B35E"/>
                </a:solidFill>
                <a:latin typeface="Noto Sans KR"/>
                <a:ea typeface="Noto Sans KR"/>
                <a:cs typeface="Noto Sans KR"/>
              </a:defRPr>
            </a:pPr>
            <a:r>
              <a:rPr sz="1050" b="1">
                <a:solidFill>
                  <a:srgbClr val="D8B35E"/>
                </a:solidFill>
                <a:latin typeface="Noto Sans KR"/>
                <a:ea typeface="Noto Sans KR"/>
                <a:cs typeface="Noto Sans KR"/>
              </a:rPr>
              <a:t>다음에 추가할 한 가지</a:t>
            </a:r>
          </a:p>
        </p:txBody>
      </p:sp>
      <p:sp>
        <p:nvSpPr>
          <p:cNvPr id="11" name="">
            <a:extLst xmlns:a="http://schemas.openxmlformats.org/drawingml/2006/main">
              <a:ext uri="{FF2B5EF4-FFF2-40B4-BE49-F238E27FC236}">
                <a16:creationId xmlns:a16="http://schemas.microsoft.com/office/drawing/2014/main" id="{2172947B-338C-4BCC-BCC3-89CC5C5BC1E9}"/>
              </a:ext>
            </a:extLst>
          </p:cNvPr>
          <p:cNvSpPr>
            <a:spLocks xmlns:a="http://schemas.openxmlformats.org/drawingml/2006/main" noGrp="1"/>
          </p:cNvSpPr>
          <p:nvPr/>
        </p:nvSpPr>
        <p:spPr>
          <a:xfrm xmlns:a="http://schemas.openxmlformats.org/drawingml/2006/main">
            <a:off x="685800" y="3829050"/>
            <a:ext cx="5257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2025" b="1">
                <a:solidFill>
                  <a:srgbClr val="F5F1E8"/>
                </a:solidFill>
                <a:latin typeface="Noto Sans KR"/>
                <a:ea typeface="Noto Sans KR"/>
                <a:cs typeface="Noto Sans KR"/>
              </a:defRPr>
            </a:pPr>
            <a:r>
              <a:rPr sz="2025" b="1">
                <a:solidFill>
                  <a:srgbClr val="F5F1E8"/>
                </a:solidFill>
                <a:latin typeface="Noto Sans KR"/>
                <a:ea typeface="Noto Sans KR"/>
                <a:cs typeface="Noto Sans KR"/>
              </a:rPr>
              <a:t>시간 스위치와 움직이는 다리</a:t>
            </a:r>
          </a:p>
        </p:txBody>
      </p:sp>
      <p:sp>
        <p:nvSpPr>
          <p:cNvPr id="12" name="">
            <a:extLst xmlns:a="http://schemas.openxmlformats.org/drawingml/2006/main">
              <a:ext uri="{FF2B5EF4-FFF2-40B4-BE49-F238E27FC236}">
                <a16:creationId xmlns:a16="http://schemas.microsoft.com/office/drawing/2014/main" id="{DC49AA75-58C9-4B6F-9A32-7BD364E29376}"/>
              </a:ext>
            </a:extLst>
          </p:cNvPr>
          <p:cNvSpPr>
            <a:spLocks xmlns:a="http://schemas.openxmlformats.org/drawingml/2006/main" noGrp="1"/>
          </p:cNvSpPr>
          <p:nvPr/>
        </p:nvSpPr>
        <p:spPr>
          <a:xfrm xmlns:a="http://schemas.openxmlformats.org/drawingml/2006/main">
            <a:off x="685800" y="4400550"/>
            <a:ext cx="5143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l">
              <a:defRPr sz="1275" b="0">
                <a:solidFill>
                  <a:srgbClr val="A9B7C7"/>
                </a:solidFill>
                <a:latin typeface="Noto Sans KR"/>
                <a:ea typeface="Noto Sans KR"/>
                <a:cs typeface="Noto Sans KR"/>
              </a:defRPr>
            </a:pPr>
            <a:r>
              <a:rPr sz="1275" b="0">
                <a:solidFill>
                  <a:srgbClr val="A9B7C7"/>
                </a:solidFill>
                <a:latin typeface="Noto Sans KR"/>
                <a:ea typeface="Noto Sans KR"/>
                <a:cs typeface="Noto Sans KR"/>
              </a:rPr>
              <a:t>스위치로 지형을 바꾸고 되감아 돌아온 뒤,</a:t>
            </a:r>
          </a:p>
          <a:p xmlns:a="http://schemas.openxmlformats.org/drawingml/2006/main">
            <a:pPr algn="l">
              <a:defRPr sz="1275" b="0">
                <a:solidFill>
                  <a:srgbClr val="A9B7C7"/>
                </a:solidFill>
                <a:latin typeface="Noto Sans KR"/>
                <a:ea typeface="Noto Sans KR"/>
                <a:cs typeface="Noto Sans KR"/>
              </a:defRPr>
            </a:pPr>
            <a:r>
              <a:rPr sz="1275" b="0">
                <a:solidFill>
                  <a:srgbClr val="A9B7C7"/>
                </a:solidFill>
                <a:latin typeface="Noto Sans KR"/>
                <a:ea typeface="Noto Sans KR"/>
                <a:cs typeface="Noto Sans KR"/>
              </a:rPr>
              <a:t>새로 열린 길을 이용하는 퍼즐을 먼저 확장할 계획입니다.</a:t>
            </a:r>
          </a:p>
        </p:txBody>
      </p:sp>
      <p:sp>
        <p:nvSpPr>
          <p:cNvPr id="13" name="">
            <a:extLst xmlns:a="http://schemas.openxmlformats.org/drawingml/2006/main">
              <a:ext uri="{FF2B5EF4-FFF2-40B4-BE49-F238E27FC236}">
                <a16:creationId xmlns:a16="http://schemas.microsoft.com/office/drawing/2014/main" id="{CC1BB958-040E-40DD-86F0-8CF3F16D6131}"/>
              </a:ext>
            </a:extLst>
          </p:cNvPr>
          <p:cNvSpPr>
            <a:spLocks xmlns:a="http://schemas.openxmlformats.org/drawingml/2006/main" noGrp="1"/>
          </p:cNvSpPr>
          <p:nvPr/>
        </p:nvSpPr>
        <p:spPr>
          <a:xfrm xmlns:a="http://schemas.openxmlformats.org/drawingml/2006/main">
            <a:off x="685800" y="57340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lgn="l">
              <a:defRPr sz="1650" b="1">
                <a:solidFill>
                  <a:srgbClr val="F5F1E8"/>
                </a:solidFill>
                <a:latin typeface="Noto Sans KR"/>
                <a:ea typeface="Noto Sans KR"/>
                <a:cs typeface="Noto Sans KR"/>
              </a:defRPr>
            </a:pPr>
            <a:r>
              <a:rPr sz="1650" b="1">
                <a:solidFill>
                  <a:srgbClr val="F5F1E8"/>
                </a:solidFill>
                <a:latin typeface="Noto Sans KR"/>
                <a:ea typeface="Noto Sans KR"/>
                <a:cs typeface="Noto Sans KR"/>
              </a:rPr>
              <a:t>감사합니다</a:t>
            </a:r>
          </a:p>
        </p:txBody>
      </p:sp>
      <p:sp>
        <p:nvSpPr>
          <p:cNvPr id="14" name="">
            <a:extLst xmlns:a="http://schemas.openxmlformats.org/drawingml/2006/main">
              <a:ext uri="{FF2B5EF4-FFF2-40B4-BE49-F238E27FC236}">
                <a16:creationId xmlns:a16="http://schemas.microsoft.com/office/drawing/2014/main" id="{9B6A4733-0E61-4458-88CD-7EC00EF2E423}"/>
              </a:ext>
            </a:extLst>
          </p:cNvPr>
          <p:cNvSpPr>
            <a:spLocks xmlns:a="http://schemas.openxmlformats.org/drawingml/2006/main" noGrp="1"/>
          </p:cNvSpPr>
          <p:nvPr/>
        </p:nvSpPr>
        <p:spPr>
          <a:xfrm xmlns:a="http://schemas.openxmlformats.org/drawingml/2006/main">
            <a:off x="11220450" y="6438900"/>
            <a:ext cx="457200" cy="152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53333"/>
          </a:bodyPr>
          <a:lstStyle xmlns:a="http://schemas.openxmlformats.org/drawingml/2006/main"/>
          <a:p xmlns:a="http://schemas.openxmlformats.org/drawingml/2006/main">
            <a:pPr algn="r">
              <a:defRPr sz="750" b="0">
                <a:solidFill>
                  <a:srgbClr val="A9B7C7"/>
                </a:solidFill>
                <a:latin typeface="Noto Sans KR"/>
                <a:ea typeface="Noto Sans KR"/>
                <a:cs typeface="Noto Sans KR"/>
              </a:defRPr>
            </a:pPr>
            <a:r>
              <a:rPr sz="750" b="0">
                <a:solidFill>
                  <a:srgbClr val="A9B7C7"/>
                </a:solidFill>
                <a:latin typeface="Noto Sans KR"/>
                <a:ea typeface="Noto Sans KR"/>
                <a:cs typeface="Noto Sans KR"/>
              </a:rPr>
              <a:t>05</a:t>
            </a:r>
          </a:p>
        </p:txBody>
      </p:sp>
    </p:spTree>
    <p:extLst>
      <p:ext uri="{BB962C8B-B14F-4D97-AF65-F5344CB8AC3E}">
        <p14:creationId xmlns:p14="http://schemas.microsoft.com/office/powerpoint/2010/main" val="9329242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2026-09-12T07:55:43.1860000Z</dcterms:created>
  <dcterms:modified xsi:type="dcterms:W3CDTF">2026-09-12T07:55:43.1860000Z</dcterms:modified>
</coreProperties>
</file>